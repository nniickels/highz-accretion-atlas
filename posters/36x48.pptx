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  <p:sldId id="261" r:id="rIdOverview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701"/>
  </p:normalViewPr>
  <p:slideViewPr>
    <p:cSldViewPr snapToGrid="0">
      <p:cViewPr>
        <p:scale>
          <a:sx n="50" d="100"/>
          <a:sy n="50" d="100"/>
        </p:scale>
        <p:origin x="-1968" y="-5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Overview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03:43:03.391" v="2688" actId="1076"/>
      <pc:docMkLst>
        <pc:docMk/>
      </pc:docMkLst>
      <pc:sldChg chg="addSp delSp modSp add del mod">
        <pc:chgData name="Nicole Jiang" userId="09ef0fc0f6f473b5" providerId="LiveId" clId="{EB8F4A53-0964-5BF1-90AD-931457E28E1A}" dt="2026-10-13T17:24:31.699" v="2580" actId="2696"/>
        <pc:sldMkLst>
          <pc:docMk/>
          <pc:sldMk cId="868487171" sldId="259"/>
        </pc:sldMkLst>
      </pc:sldChg>
      <pc:sldChg chg="addSp delSp modSp mod">
        <pc:chgData name="Nicole Jiang" userId="09ef0fc0f6f473b5" providerId="LiveId" clId="{EB8F4A53-0964-5BF1-90AD-931457E28E1A}" dt="2026-10-14T03:43:03.391" v="2688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7:08.915" v="2657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04:31:08.200" v="2544" actId="14100"/>
          <ac:spMkLst>
            <pc:docMk/>
            <pc:sldMk cId="868487171" sldId="260"/>
            <ac:spMk id="7" creationId="{3AC78928-AF13-E1B9-F802-F1FD39D07D33}"/>
          </ac:spMkLst>
        </pc:spChg>
        <pc:spChg chg="add del mod">
          <ac:chgData name="Nicole Jiang" userId="09ef0fc0f6f473b5" providerId="LiveId" clId="{EB8F4A53-0964-5BF1-90AD-931457E28E1A}" dt="2026-10-13T04:24:36.137" v="2460" actId="478"/>
          <ac:spMkLst>
            <pc:docMk/>
            <pc:sldMk cId="868487171" sldId="260"/>
            <ac:spMk id="8" creationId="{75C85530-E1D2-AF34-1B2C-F56DD2AFE4AF}"/>
          </ac:spMkLst>
        </pc:spChg>
        <pc:spChg chg="add del">
          <ac:chgData name="Nicole Jiang" userId="09ef0fc0f6f473b5" providerId="LiveId" clId="{EB8F4A53-0964-5BF1-90AD-931457E28E1A}" dt="2026-10-13T17:35:09.918" v="2597" actId="22"/>
          <ac:spMkLst>
            <pc:docMk/>
            <pc:sldMk cId="868487171" sldId="260"/>
            <ac:spMk id="9" creationId="{BC255E84-3920-83B2-B909-E002B21CB45A}"/>
          </ac:spMkLst>
        </pc:spChg>
        <pc:spChg chg="mod">
          <ac:chgData name="Nicole Jiang" userId="09ef0fc0f6f473b5" providerId="LiveId" clId="{EB8F4A53-0964-5BF1-90AD-931457E28E1A}" dt="2026-10-13T04:33:36.816" v="2572" actId="14100"/>
          <ac:spMkLst>
            <pc:docMk/>
            <pc:sldMk cId="868487171" sldId="260"/>
            <ac:spMk id="11" creationId="{AF7EDC07-606F-DD66-5973-0AE0D673B23B}"/>
          </ac:spMkLst>
        </pc:spChg>
        <pc:spChg chg="add del mod">
          <ac:chgData name="Nicole Jiang" userId="09ef0fc0f6f473b5" providerId="LiveId" clId="{EB8F4A53-0964-5BF1-90AD-931457E28E1A}" dt="2026-10-13T04:24:48.767" v="2466"/>
          <ac:spMkLst>
            <pc:docMk/>
            <pc:sldMk cId="868487171" sldId="260"/>
            <ac:spMk id="12" creationId="{C0849F7A-B4A3-9284-9FFE-EB9FFC54D4D3}"/>
          </ac:spMkLst>
        </pc:spChg>
        <pc:spChg chg="add mod">
          <ac:chgData name="Nicole Jiang" userId="09ef0fc0f6f473b5" providerId="LiveId" clId="{EB8F4A53-0964-5BF1-90AD-931457E28E1A}" dt="2026-10-14T03:42:59.952" v="2687" actId="1076"/>
          <ac:spMkLst>
            <pc:docMk/>
            <pc:sldMk cId="868487171" sldId="260"/>
            <ac:spMk id="15" creationId="{B71483CE-2A7E-6438-7E3B-E605C17C7099}"/>
          </ac:spMkLst>
        </pc:spChg>
        <pc:spChg chg="add mod">
          <ac:chgData name="Nicole Jiang" userId="09ef0fc0f6f473b5" providerId="LiveId" clId="{EB8F4A53-0964-5BF1-90AD-931457E28E1A}" dt="2026-10-13T04:33:20.708" v="2567" actId="571"/>
          <ac:spMkLst>
            <pc:docMk/>
            <pc:sldMk cId="868487171" sldId="260"/>
            <ac:spMk id="17" creationId="{84ACFD66-AC45-B0B3-9E6F-FC9D5909992E}"/>
          </ac:spMkLst>
        </pc:spChg>
        <pc:spChg chg="mod">
          <ac:chgData name="Nicole Jiang" userId="09ef0fc0f6f473b5" providerId="LiveId" clId="{EB8F4A53-0964-5BF1-90AD-931457E28E1A}" dt="2026-10-13T17:25:16.831" v="2589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04:30:28.608" v="2535" actId="14100"/>
          <ac:spMkLst>
            <pc:docMk/>
            <pc:sldMk cId="868487171" sldId="260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3T21:07:12.551" v="2658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3:41:54.177" v="2679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4T03:42:00.062" v="2680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4T03:42:12.339" v="2683" actId="1076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03:42:03.960" v="2681" actId="14100"/>
          <ac:spMkLst>
            <pc:docMk/>
            <pc:sldMk cId="868487171" sldId="260"/>
            <ac:spMk id="74" creationId="{F5F0E6D1-7308-2846-C555-5A8981E84E43}"/>
          </ac:spMkLst>
        </pc:spChg>
        <pc:spChg chg="del">
          <ac:chgData name="Nicole Jiang" userId="09ef0fc0f6f473b5" providerId="LiveId" clId="{EB8F4A53-0964-5BF1-90AD-931457E28E1A}" dt="2026-10-13T04:15:58.561" v="2424" actId="478"/>
          <ac:spMkLst>
            <pc:docMk/>
            <pc:sldMk cId="868487171" sldId="260"/>
            <ac:spMk id="75" creationId="{1321580B-F01F-0657-4172-18EB0518DB94}"/>
          </ac:spMkLst>
        </pc:spChg>
        <pc:spChg chg="mod">
          <ac:chgData name="Nicole Jiang" userId="09ef0fc0f6f473b5" providerId="LiveId" clId="{EB8F4A53-0964-5BF1-90AD-931457E28E1A}" dt="2026-10-14T03:42:44.386" v="2685" actId="1076"/>
          <ac:spMkLst>
            <pc:docMk/>
            <pc:sldMk cId="868487171" sldId="260"/>
            <ac:spMk id="76" creationId="{8F4057E1-F618-63B3-DF3A-8B3B4948305D}"/>
          </ac:spMkLst>
        </pc:spChg>
        <pc:spChg chg="del mod">
          <ac:chgData name="Nicole Jiang" userId="09ef0fc0f6f473b5" providerId="LiveId" clId="{EB8F4A53-0964-5BF1-90AD-931457E28E1A}" dt="2026-10-13T04:15:59.780" v="2425" actId="478"/>
          <ac:spMkLst>
            <pc:docMk/>
            <pc:sldMk cId="868487171" sldId="260"/>
            <ac:spMk id="77" creationId="{7A1E6EC0-2FA9-D0FD-7275-799C6E89A662}"/>
          </ac:spMkLst>
        </pc:spChg>
        <pc:spChg chg="mod">
          <ac:chgData name="Nicole Jiang" userId="09ef0fc0f6f473b5" providerId="LiveId" clId="{EB8F4A53-0964-5BF1-90AD-931457E28E1A}" dt="2026-10-13T04:33:24.947" v="2569" actId="1076"/>
          <ac:spMkLst>
            <pc:docMk/>
            <pc:sldMk cId="868487171" sldId="260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4T03:42:26.737" v="2684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04:33:28.472" v="2570" actId="14100"/>
          <ac:spMkLst>
            <pc:docMk/>
            <pc:sldMk cId="868487171" sldId="260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3T17:25:54.657" v="2593" actId="1076"/>
          <ac:spMkLst>
            <pc:docMk/>
            <pc:sldMk cId="868487171" sldId="260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3T21:07:31.461" v="2663" actId="255"/>
          <ac:spMkLst>
            <pc:docMk/>
            <pc:sldMk cId="868487171" sldId="260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3T17:25:58.232" v="2594" actId="14100"/>
          <ac:spMkLst>
            <pc:docMk/>
            <pc:sldMk cId="868487171" sldId="260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3T04:25:23.126" v="2472" actId="1076"/>
          <ac:spMkLst>
            <pc:docMk/>
            <pc:sldMk cId="868487171" sldId="260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27.266" v="2618" actId="1076"/>
          <ac:spMkLst>
            <pc:docMk/>
            <pc:sldMk cId="868487171" sldId="260"/>
            <ac:spMk id="111" creationId="{00000000-0000-0000-0000-000000000000}"/>
          </ac:spMkLst>
        </pc:spChg>
        <pc:spChg chg="mod">
          <ac:chgData name="Nicole Jiang" userId="09ef0fc0f6f473b5" providerId="LiveId" clId="{EB8F4A53-0964-5BF1-90AD-931457E28E1A}" dt="2026-10-14T03:43:03.391" v="2688" actId="1076"/>
          <ac:spMkLst>
            <pc:docMk/>
            <pc:sldMk cId="868487171" sldId="260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36.169" v="2620" actId="1076"/>
          <ac:spMkLst>
            <pc:docMk/>
            <pc:sldMk cId="868487171" sldId="260"/>
            <ac:spMk id="120" creationId="{3A05E1FE-512D-49F3-9C39-22D275F0EE18}"/>
          </ac:spMkLst>
        </pc:spChg>
        <pc:picChg chg="mod">
          <ac:chgData name="Nicole Jiang" userId="09ef0fc0f6f473b5" providerId="LiveId" clId="{EB8F4A53-0964-5BF1-90AD-931457E28E1A}" dt="2026-10-13T21:03:29.514" v="2619" actId="1076"/>
          <ac:picMkLst>
            <pc:docMk/>
            <pc:sldMk cId="868487171" sldId="260"/>
            <ac:picMk id="3" creationId="{535E2EF0-72FB-E9D0-1E82-C65E26ED9E91}"/>
          </ac:picMkLst>
        </pc:picChg>
        <pc:picChg chg="mod">
          <ac:chgData name="Nicole Jiang" userId="09ef0fc0f6f473b5" providerId="LiveId" clId="{EB8F4A53-0964-5BF1-90AD-931457E28E1A}" dt="2026-10-13T04:31:29.384" v="2549" actId="1076"/>
          <ac:picMkLst>
            <pc:docMk/>
            <pc:sldMk cId="868487171" sldId="260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3T03:53:35.490" v="2389" actId="1076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3T03:53:38.080" v="2390" actId="1076"/>
          <ac:picMkLst>
            <pc:docMk/>
            <pc:sldMk cId="868487171" sldId="260"/>
            <ac:picMk id="6" creationId="{9D3E6E2E-04C2-513B-0EE5-8C40F5B8F46A}"/>
          </ac:picMkLst>
        </pc:picChg>
        <pc:picChg chg="add mod">
          <ac:chgData name="Nicole Jiang" userId="09ef0fc0f6f473b5" providerId="LiveId" clId="{EB8F4A53-0964-5BF1-90AD-931457E28E1A}" dt="2026-10-13T04:25:48.062" v="2478" actId="1076"/>
          <ac:picMkLst>
            <pc:docMk/>
            <pc:sldMk cId="868487171" sldId="260"/>
            <ac:picMk id="9" creationId="{DA4F04D1-71C4-D0BB-D2B5-DFFC4A124624}"/>
          </ac:picMkLst>
        </pc:picChg>
        <pc:picChg chg="mod">
          <ac:chgData name="Nicole Jiang" userId="09ef0fc0f6f473b5" providerId="LiveId" clId="{EB8F4A53-0964-5BF1-90AD-931457E28E1A}" dt="2026-10-13T03:52:22.696" v="2378" actId="1076"/>
          <ac:picMkLst>
            <pc:docMk/>
            <pc:sldMk cId="868487171" sldId="260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4T03:42:55.489" v="2686" actId="1076"/>
          <ac:picMkLst>
            <pc:docMk/>
            <pc:sldMk cId="868487171" sldId="260"/>
            <ac:picMk id="14" creationId="{C3CA3027-10C5-D39A-05B0-82DB2540F9D3}"/>
          </ac:picMkLst>
        </pc:picChg>
        <pc:picChg chg="add mod">
          <ac:chgData name="Nicole Jiang" userId="09ef0fc0f6f473b5" providerId="LiveId" clId="{EB8F4A53-0964-5BF1-90AD-931457E28E1A}" dt="2026-10-13T04:30:22.385" v="2519" actId="571"/>
          <ac:picMkLst>
            <pc:docMk/>
            <pc:sldMk cId="868487171" sldId="260"/>
            <ac:picMk id="16" creationId="{0E987B6D-2DAC-5699-DEFF-718AA7AF9224}"/>
          </ac:picMkLst>
        </pc:picChg>
        <pc:picChg chg="mod">
          <ac:chgData name="Nicole Jiang" userId="09ef0fc0f6f473b5" providerId="LiveId" clId="{EB8F4A53-0964-5BF1-90AD-931457E28E1A}" dt="2026-10-13T03:52:53.768" v="2384" actId="1076"/>
          <ac:picMkLst>
            <pc:docMk/>
            <pc:sldMk cId="868487171" sldId="260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3T03:52:51.190" v="2383" actId="1076"/>
          <ac:picMkLst>
            <pc:docMk/>
            <pc:sldMk cId="868487171" sldId="260"/>
            <ac:picMk id="36" creationId="{8C2E503F-9CF2-EBE6-29B0-458691A7DFB1}"/>
          </ac:picMkLst>
        </pc:picChg>
      </pc:sldChg>
      <pc:sldChg chg="modSp add del mod">
        <pc:chgData name="Nicole Jiang" userId="09ef0fc0f6f473b5" providerId="LiveId" clId="{EB8F4A53-0964-5BF1-90AD-931457E28E1A}" dt="2026-10-13T17:35:40.898" v="2607" actId="2696"/>
        <pc:sldMkLst>
          <pc:docMk/>
          <pc:sldMk cId="1945540972" sldId="261"/>
        </pc:sldMkLst>
        <pc:spChg chg="mod">
          <ac:chgData name="Nicole Jiang" userId="09ef0fc0f6f473b5" providerId="LiveId" clId="{EB8F4A53-0964-5BF1-90AD-931457E28E1A}" dt="2026-10-13T17:35:28.310" v="2606" actId="20577"/>
          <ac:spMkLst>
            <pc:docMk/>
            <pc:sldMk cId="1945540972" sldId="261"/>
            <ac:spMk id="73" creationId="{69833F19-D0F2-FA5A-D1B8-216186ACC37F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251523"/>
            <a:ext cx="15087600" cy="10515600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228771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14810682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916402" y="36944923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Seed masses: </a:t>
            </a:r>
            <a:r>
              <a:rPr lang="en-CA" sz="3300" b="0">
                <a:latin typeface="Aptos"/>
              </a:rPr>
              <a:t>Most adopted masses are compatible with growth from small stellar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allows faster mass growth at the same Eddington ratio. Seed-mass requirements therefore depend on how efficiently accretion produces radiation.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885748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188720" y="36859926"/>
            <a:ext cx="14356080" cy="10515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228771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 xmlns:a14="http://schemas.microsoft.com/office/drawing/2010/main"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463040" y="20116800"/>
            <a:ext cx="13990320" cy="411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Symbols: </a:t>
            </a:r>
            <a:r>
              <a:rPr sz="3300" b="0" lang="en-CA">
                <a:latin typeface="Aptos"/>
              </a:rPr>
              <a:t>M⊙ denotes solar mass. Higher redshift z means earlier times. ε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Eddington ratio: </a:t>
            </a:r>
            <a:r>
              <a:rPr sz="3300" b="0" lang="en-CA">
                <a:latin typeface="Aptos"/>
              </a:rPr>
              <a:t>f</a:t>
            </a:r>
            <a:r>
              <a:rPr sz="2200" b="0" lang="en-CA" baseline="-25000">
                <a:latin typeface="Aptos"/>
              </a:rPr>
              <a:t>Edd</a:t>
            </a:r>
            <a:r>
              <a:rPr sz="3300" b="0" lang="en-CA">
                <a:latin typeface="Aptos"/>
              </a:rPr>
              <a:t> = luminosity/Eddington luminosity, where radiation force balances gravity. Averages above 1 require super-Eddington episodes.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14810682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916402" y="36944923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Main finding: </a:t>
            </a:r>
            <a:r>
              <a:rPr lang="en-CA" sz="3300" b="1">
                <a:latin typeface="Aptos"/>
              </a:rPr>
              <a:t>Most adopted masses allow growth from 100 M⊙ seeds under the reference assumptions. </a:t>
            </a:r>
            <a:r>
              <a:rPr lang="en-CA" sz="3300" b="0">
                <a:latin typeface="Aptos"/>
              </a:rPr>
              <a:t>Seed requirements depend on mass estimates and accretion efficiency.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leaves more accreted mass in the black hole, allowing faster growth at the same Eddington ratio.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885748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Lowering masses by a factor of 3.2 leaves 3 objects above 1 in ≥ 95% of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at z = 20 raises the primary count above 1 to 18/220. At this start,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[4],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Orange points show the same objects after lowering masses by a factor of 3.2.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dirty="0" baseline="3000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dirty="0" baseline="3000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[5].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463040" y="11612880"/>
            <a:ext cx="13990320" cy="11430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350 measurements from 32 source families</a:t>
            </a:r>
          </a:p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Redshift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284464" y="12838176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463040" y="13286232"/>
            <a:ext cx="1399032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626303" y="143103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827203" y="143103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463040" y="14813280"/>
            <a:ext cx="8673998" cy="470916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517904" y="14886432"/>
            <a:ext cx="8564270" cy="8229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645920" y="15892272"/>
            <a:ext cx="8308238" cy="1261872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Broad hydrogen (Balmer) line masses</a:t>
            </a: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645920" y="17309592"/>
            <a:ext cx="8308238" cy="1920240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14 additional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7 masses conditional on a broad-line-region interpretation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6 tentative broad-line detections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GN-z11: ultraviolet-line mass [2]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548518" y="14813280"/>
            <a:ext cx="4904842" cy="470916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growth sample</a:t>
            </a:r>
          </a:p>
          <a:p>
            <a:r>
              <a:rPr sz="2900">
                <a:latin typeface="Aptos"/>
              </a:rPr>
              <a:t/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r>
              <a:rPr sz="2900">
                <a:latin typeface="Aptos"/>
              </a:rPr>
              <a:t/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371600" y="26471880"/>
            <a:ext cx="1417320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Standardized mass, redshift and reported errors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604004" y="275691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1964924" y="275691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371600" y="28044648"/>
            <a:ext cx="681228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732520" y="28044648"/>
            <a:ext cx="681228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604004" y="29096208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1964924" y="29096208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371600" y="29599128"/>
            <a:ext cx="1417320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371600" y="30742128"/>
            <a:ext cx="1417320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ε = 0.1, no mergers [3]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604004" y="31757112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1964924" y="31757112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371600" y="32232600"/>
            <a:ext cx="681228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Ranked central estimates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732520" y="32232600"/>
            <a:ext cx="681228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1371600" y="33531048"/>
            <a:ext cx="14173200" cy="12801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Uncertainty: 208 primary / 222 expanded objects.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The other 12 enter central-mass tests only.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Reported errors may omit calibration scatter.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1371600" y="34930080"/>
            <a:ext cx="14173200" cy="13716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Earlier growth: Inverted the growth law for 4 targets at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start redshifts 20–3,400. Included radiation in cosmic ages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and assumed gas was available.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</TotalTime>
  <Words>1013</Words>
  <Application>Microsoft Macintosh PowerPoint</Application>
  <PresentationFormat>Custom</PresentationFormat>
  <Paragraphs>40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 Early Black-Hole Growth
Constraints from JWST Nicole Jiang; University of Toronto 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2026-10-14T03:43:07Z</dcterms:modified>
</cp:coreProperties>
</file>