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701"/>
  </p:normalViewPr>
  <p:slideViewPr>
    <p:cSldViewPr snapToGrid="0">
      <p:cViewPr>
        <p:scale>
          <a:sx n="10" d="100"/>
          <a:sy n="10" d="100"/>
        </p:scale>
        <p:origin x="331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14T20:17:12.227" v="2827" actId="2696"/>
      <pc:docMkLst>
        <pc:docMk/>
      </pc:docMkLst>
      <pc:sldChg chg="addSp delSp modSp add del mod">
        <pc:chgData name="Nicole Jiang" userId="09ef0fc0f6f473b5" providerId="LiveId" clId="{EB8F4A53-0964-5BF1-90AD-931457E28E1A}" dt="2026-10-13T17:24:31.699" v="2580" actId="2696"/>
        <pc:sldMkLst>
          <pc:docMk/>
          <pc:sldMk cId="868487171" sldId="259"/>
        </pc:sldMkLst>
      </pc:sldChg>
      <pc:sldChg chg="addSp delSp modSp del mod">
        <pc:chgData name="Nicole Jiang" userId="09ef0fc0f6f473b5" providerId="LiveId" clId="{EB8F4A53-0964-5BF1-90AD-931457E28E1A}" dt="2026-10-14T20:17:12.227" v="2827" actId="2696"/>
        <pc:sldMkLst>
          <pc:docMk/>
          <pc:sldMk cId="868487171" sldId="260"/>
        </pc:sldMkLst>
        <pc:spChg chg="mod">
          <ac:chgData name="Nicole Jiang" userId="09ef0fc0f6f473b5" providerId="LiveId" clId="{EB8F4A53-0964-5BF1-90AD-931457E28E1A}" dt="2026-10-13T21:07:08.915" v="2657" actId="255"/>
          <ac:spMkLst>
            <pc:docMk/>
            <pc:sldMk cId="868487171" sldId="260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13T04:31:08.200" v="2544" actId="14100"/>
          <ac:spMkLst>
            <pc:docMk/>
            <pc:sldMk cId="868487171" sldId="260"/>
            <ac:spMk id="7" creationId="{3AC78928-AF13-E1B9-F802-F1FD39D07D33}"/>
          </ac:spMkLst>
        </pc:spChg>
        <pc:spChg chg="add del mod">
          <ac:chgData name="Nicole Jiang" userId="09ef0fc0f6f473b5" providerId="LiveId" clId="{EB8F4A53-0964-5BF1-90AD-931457E28E1A}" dt="2026-10-13T04:24:36.137" v="2460" actId="478"/>
          <ac:spMkLst>
            <pc:docMk/>
            <pc:sldMk cId="868487171" sldId="260"/>
            <ac:spMk id="8" creationId="{75C85530-E1D2-AF34-1B2C-F56DD2AFE4AF}"/>
          </ac:spMkLst>
        </pc:spChg>
        <pc:spChg chg="add del">
          <ac:chgData name="Nicole Jiang" userId="09ef0fc0f6f473b5" providerId="LiveId" clId="{EB8F4A53-0964-5BF1-90AD-931457E28E1A}" dt="2026-10-13T17:35:09.918" v="2597" actId="22"/>
          <ac:spMkLst>
            <pc:docMk/>
            <pc:sldMk cId="868487171" sldId="260"/>
            <ac:spMk id="9" creationId="{BC255E84-3920-83B2-B909-E002B21CB45A}"/>
          </ac:spMkLst>
        </pc:spChg>
        <pc:spChg chg="mod">
          <ac:chgData name="Nicole Jiang" userId="09ef0fc0f6f473b5" providerId="LiveId" clId="{EB8F4A53-0964-5BF1-90AD-931457E28E1A}" dt="2026-10-13T04:33:36.816" v="2572" actId="14100"/>
          <ac:spMkLst>
            <pc:docMk/>
            <pc:sldMk cId="868487171" sldId="260"/>
            <ac:spMk id="11" creationId="{AF7EDC07-606F-DD66-5973-0AE0D673B23B}"/>
          </ac:spMkLst>
        </pc:spChg>
        <pc:spChg chg="add del mod">
          <ac:chgData name="Nicole Jiang" userId="09ef0fc0f6f473b5" providerId="LiveId" clId="{EB8F4A53-0964-5BF1-90AD-931457E28E1A}" dt="2026-10-13T04:24:48.767" v="2466"/>
          <ac:spMkLst>
            <pc:docMk/>
            <pc:sldMk cId="868487171" sldId="260"/>
            <ac:spMk id="12" creationId="{C0849F7A-B4A3-9284-9FFE-EB9FFC54D4D3}"/>
          </ac:spMkLst>
        </pc:spChg>
        <pc:spChg chg="add mod">
          <ac:chgData name="Nicole Jiang" userId="09ef0fc0f6f473b5" providerId="LiveId" clId="{EB8F4A53-0964-5BF1-90AD-931457E28E1A}" dt="2026-10-14T03:42:59.952" v="2687" actId="1076"/>
          <ac:spMkLst>
            <pc:docMk/>
            <pc:sldMk cId="868487171" sldId="260"/>
            <ac:spMk id="15" creationId="{B71483CE-2A7E-6438-7E3B-E605C17C7099}"/>
          </ac:spMkLst>
        </pc:spChg>
        <pc:spChg chg="add mod">
          <ac:chgData name="Nicole Jiang" userId="09ef0fc0f6f473b5" providerId="LiveId" clId="{EB8F4A53-0964-5BF1-90AD-931457E28E1A}" dt="2026-10-13T04:33:20.708" v="2567" actId="571"/>
          <ac:spMkLst>
            <pc:docMk/>
            <pc:sldMk cId="868487171" sldId="260"/>
            <ac:spMk id="17" creationId="{84ACFD66-AC45-B0B3-9E6F-FC9D5909992E}"/>
          </ac:spMkLst>
        </pc:spChg>
        <pc:spChg chg="mod">
          <ac:chgData name="Nicole Jiang" userId="09ef0fc0f6f473b5" providerId="LiveId" clId="{EB8F4A53-0964-5BF1-90AD-931457E28E1A}" dt="2026-10-13T17:25:16.831" v="2589" actId="1076"/>
          <ac:spMkLst>
            <pc:docMk/>
            <pc:sldMk cId="868487171" sldId="260"/>
            <ac:spMk id="32" creationId="{F8D50A2A-9B61-AD34-B9C2-8944BB27426C}"/>
          </ac:spMkLst>
        </pc:spChg>
        <pc:spChg chg="mod">
          <ac:chgData name="Nicole Jiang" userId="09ef0fc0f6f473b5" providerId="LiveId" clId="{EB8F4A53-0964-5BF1-90AD-931457E28E1A}" dt="2026-10-13T04:30:28.608" v="2535" actId="14100"/>
          <ac:spMkLst>
            <pc:docMk/>
            <pc:sldMk cId="868487171" sldId="260"/>
            <ac:spMk id="69" creationId="{D8B6836B-DAF1-F68F-D717-73D3A454BC2E}"/>
          </ac:spMkLst>
        </pc:spChg>
        <pc:spChg chg="mod">
          <ac:chgData name="Nicole Jiang" userId="09ef0fc0f6f473b5" providerId="LiveId" clId="{EB8F4A53-0964-5BF1-90AD-931457E28E1A}" dt="2026-10-13T21:07:12.551" v="2658" actId="255"/>
          <ac:spMkLst>
            <pc:docMk/>
            <pc:sldMk cId="868487171" sldId="260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14T03:41:54.177" v="2679" actId="14100"/>
          <ac:spMkLst>
            <pc:docMk/>
            <pc:sldMk cId="868487171" sldId="260"/>
            <ac:spMk id="71" creationId="{ABB03D82-A209-1440-3180-9DD4419EFCBF}"/>
          </ac:spMkLst>
        </pc:spChg>
        <pc:spChg chg="mod">
          <ac:chgData name="Nicole Jiang" userId="09ef0fc0f6f473b5" providerId="LiveId" clId="{EB8F4A53-0964-5BF1-90AD-931457E28E1A}" dt="2026-10-14T03:42:00.062" v="2680" actId="1076"/>
          <ac:spMkLst>
            <pc:docMk/>
            <pc:sldMk cId="868487171" sldId="260"/>
            <ac:spMk id="72" creationId="{6D9DC137-E8CF-8FC7-F26F-A7759AD2C396}"/>
          </ac:spMkLst>
        </pc:spChg>
        <pc:spChg chg="mod">
          <ac:chgData name="Nicole Jiang" userId="09ef0fc0f6f473b5" providerId="LiveId" clId="{EB8F4A53-0964-5BF1-90AD-931457E28E1A}" dt="2026-10-14T03:42:12.339" v="2683" actId="1076"/>
          <ac:spMkLst>
            <pc:docMk/>
            <pc:sldMk cId="868487171" sldId="260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14T03:42:03.960" v="2681" actId="14100"/>
          <ac:spMkLst>
            <pc:docMk/>
            <pc:sldMk cId="868487171" sldId="260"/>
            <ac:spMk id="74" creationId="{F5F0E6D1-7308-2846-C555-5A8981E84E43}"/>
          </ac:spMkLst>
        </pc:spChg>
        <pc:spChg chg="del">
          <ac:chgData name="Nicole Jiang" userId="09ef0fc0f6f473b5" providerId="LiveId" clId="{EB8F4A53-0964-5BF1-90AD-931457E28E1A}" dt="2026-10-13T04:15:58.561" v="2424" actId="478"/>
          <ac:spMkLst>
            <pc:docMk/>
            <pc:sldMk cId="868487171" sldId="260"/>
            <ac:spMk id="75" creationId="{1321580B-F01F-0657-4172-18EB0518DB94}"/>
          </ac:spMkLst>
        </pc:spChg>
        <pc:spChg chg="mod">
          <ac:chgData name="Nicole Jiang" userId="09ef0fc0f6f473b5" providerId="LiveId" clId="{EB8F4A53-0964-5BF1-90AD-931457E28E1A}" dt="2026-10-14T03:42:44.386" v="2685" actId="1076"/>
          <ac:spMkLst>
            <pc:docMk/>
            <pc:sldMk cId="868487171" sldId="260"/>
            <ac:spMk id="76" creationId="{8F4057E1-F618-63B3-DF3A-8B3B4948305D}"/>
          </ac:spMkLst>
        </pc:spChg>
        <pc:spChg chg="del mod">
          <ac:chgData name="Nicole Jiang" userId="09ef0fc0f6f473b5" providerId="LiveId" clId="{EB8F4A53-0964-5BF1-90AD-931457E28E1A}" dt="2026-10-13T04:15:59.780" v="2425" actId="478"/>
          <ac:spMkLst>
            <pc:docMk/>
            <pc:sldMk cId="868487171" sldId="260"/>
            <ac:spMk id="77" creationId="{7A1E6EC0-2FA9-D0FD-7275-799C6E89A662}"/>
          </ac:spMkLst>
        </pc:spChg>
        <pc:spChg chg="mod">
          <ac:chgData name="Nicole Jiang" userId="09ef0fc0f6f473b5" providerId="LiveId" clId="{EB8F4A53-0964-5BF1-90AD-931457E28E1A}" dt="2026-10-13T04:33:24.947" v="2569" actId="1076"/>
          <ac:spMkLst>
            <pc:docMk/>
            <pc:sldMk cId="868487171" sldId="260"/>
            <ac:spMk id="78" creationId="{D50205E6-BF86-6F08-991C-43F597FDF8DD}"/>
          </ac:spMkLst>
        </pc:spChg>
        <pc:spChg chg="mod">
          <ac:chgData name="Nicole Jiang" userId="09ef0fc0f6f473b5" providerId="LiveId" clId="{EB8F4A53-0964-5BF1-90AD-931457E28E1A}" dt="2026-10-14T03:42:26.737" v="2684" actId="1076"/>
          <ac:spMkLst>
            <pc:docMk/>
            <pc:sldMk cId="868487171" sldId="260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3T04:33:28.472" v="2570" actId="14100"/>
          <ac:spMkLst>
            <pc:docMk/>
            <pc:sldMk cId="868487171" sldId="260"/>
            <ac:spMk id="80" creationId="{BBD5C8AB-335C-2E4D-00F6-4B0BF74BB013}"/>
          </ac:spMkLst>
        </pc:spChg>
        <pc:spChg chg="mod">
          <ac:chgData name="Nicole Jiang" userId="09ef0fc0f6f473b5" providerId="LiveId" clId="{EB8F4A53-0964-5BF1-90AD-931457E28E1A}" dt="2026-10-13T17:25:54.657" v="2593" actId="1076"/>
          <ac:spMkLst>
            <pc:docMk/>
            <pc:sldMk cId="868487171" sldId="260"/>
            <ac:spMk id="81" creationId="{8E773A53-2851-D565-B46F-D419BA57021E}"/>
          </ac:spMkLst>
        </pc:spChg>
        <pc:spChg chg="mod">
          <ac:chgData name="Nicole Jiang" userId="09ef0fc0f6f473b5" providerId="LiveId" clId="{EB8F4A53-0964-5BF1-90AD-931457E28E1A}" dt="2026-10-13T21:07:31.461" v="2663" actId="255"/>
          <ac:spMkLst>
            <pc:docMk/>
            <pc:sldMk cId="868487171" sldId="260"/>
            <ac:spMk id="82" creationId="{82B57F9D-B4AF-1E4D-7FBC-B8680CB4CAB8}"/>
          </ac:spMkLst>
        </pc:spChg>
        <pc:spChg chg="mod">
          <ac:chgData name="Nicole Jiang" userId="09ef0fc0f6f473b5" providerId="LiveId" clId="{EB8F4A53-0964-5BF1-90AD-931457E28E1A}" dt="2026-10-13T17:25:58.232" v="2594" actId="14100"/>
          <ac:spMkLst>
            <pc:docMk/>
            <pc:sldMk cId="868487171" sldId="260"/>
            <ac:spMk id="83" creationId="{7156AF1B-4C0F-9637-8495-BA5941742B85}"/>
          </ac:spMkLst>
        </pc:spChg>
        <pc:spChg chg="mod">
          <ac:chgData name="Nicole Jiang" userId="09ef0fc0f6f473b5" providerId="LiveId" clId="{EB8F4A53-0964-5BF1-90AD-931457E28E1A}" dt="2026-10-13T04:25:23.126" v="2472" actId="1076"/>
          <ac:spMkLst>
            <pc:docMk/>
            <pc:sldMk cId="868487171" sldId="260"/>
            <ac:spMk id="110" creationId="{00000000-0000-0000-0000-000000000000}"/>
          </ac:spMkLst>
        </pc:spChg>
        <pc:spChg chg="mod">
          <ac:chgData name="Nicole Jiang" userId="09ef0fc0f6f473b5" providerId="LiveId" clId="{EB8F4A53-0964-5BF1-90AD-931457E28E1A}" dt="2026-10-13T21:03:27.266" v="2618" actId="1076"/>
          <ac:spMkLst>
            <pc:docMk/>
            <pc:sldMk cId="868487171" sldId="260"/>
            <ac:spMk id="111" creationId="{00000000-0000-0000-0000-000000000000}"/>
          </ac:spMkLst>
        </pc:spChg>
        <pc:spChg chg="mod">
          <ac:chgData name="Nicole Jiang" userId="09ef0fc0f6f473b5" providerId="LiveId" clId="{EB8F4A53-0964-5BF1-90AD-931457E28E1A}" dt="2026-10-14T03:43:03.391" v="2688" actId="1076"/>
          <ac:spMkLst>
            <pc:docMk/>
            <pc:sldMk cId="868487171" sldId="260"/>
            <ac:spMk id="112" creationId="{00000000-0000-0000-0000-000000000000}"/>
          </ac:spMkLst>
        </pc:spChg>
        <pc:spChg chg="mod">
          <ac:chgData name="Nicole Jiang" userId="09ef0fc0f6f473b5" providerId="LiveId" clId="{EB8F4A53-0964-5BF1-90AD-931457E28E1A}" dt="2026-10-13T21:03:36.169" v="2620" actId="1076"/>
          <ac:spMkLst>
            <pc:docMk/>
            <pc:sldMk cId="868487171" sldId="260"/>
            <ac:spMk id="120" creationId="{3A05E1FE-512D-49F3-9C39-22D275F0EE18}"/>
          </ac:spMkLst>
        </pc:spChg>
        <pc:picChg chg="mod">
          <ac:chgData name="Nicole Jiang" userId="09ef0fc0f6f473b5" providerId="LiveId" clId="{EB8F4A53-0964-5BF1-90AD-931457E28E1A}" dt="2026-10-13T21:03:29.514" v="2619" actId="1076"/>
          <ac:picMkLst>
            <pc:docMk/>
            <pc:sldMk cId="868487171" sldId="260"/>
            <ac:picMk id="3" creationId="{535E2EF0-72FB-E9D0-1E82-C65E26ED9E91}"/>
          </ac:picMkLst>
        </pc:picChg>
        <pc:picChg chg="mod">
          <ac:chgData name="Nicole Jiang" userId="09ef0fc0f6f473b5" providerId="LiveId" clId="{EB8F4A53-0964-5BF1-90AD-931457E28E1A}" dt="2026-10-13T04:31:29.384" v="2549" actId="1076"/>
          <ac:picMkLst>
            <pc:docMk/>
            <pc:sldMk cId="868487171" sldId="260"/>
            <ac:picMk id="4" creationId="{C4337658-2539-7C1B-497A-E1769149148E}"/>
          </ac:picMkLst>
        </pc:picChg>
        <pc:picChg chg="mod">
          <ac:chgData name="Nicole Jiang" userId="09ef0fc0f6f473b5" providerId="LiveId" clId="{EB8F4A53-0964-5BF1-90AD-931457E28E1A}" dt="2026-10-13T03:53:35.490" v="2389" actId="1076"/>
          <ac:picMkLst>
            <pc:docMk/>
            <pc:sldMk cId="868487171" sldId="260"/>
            <ac:picMk id="5" creationId="{0BD845B3-DC16-6DC6-BFC8-2D65D247678D}"/>
          </ac:picMkLst>
        </pc:picChg>
        <pc:picChg chg="mod">
          <ac:chgData name="Nicole Jiang" userId="09ef0fc0f6f473b5" providerId="LiveId" clId="{EB8F4A53-0964-5BF1-90AD-931457E28E1A}" dt="2026-10-13T03:53:38.080" v="2390" actId="1076"/>
          <ac:picMkLst>
            <pc:docMk/>
            <pc:sldMk cId="868487171" sldId="260"/>
            <ac:picMk id="6" creationId="{9D3E6E2E-04C2-513B-0EE5-8C40F5B8F46A}"/>
          </ac:picMkLst>
        </pc:picChg>
        <pc:picChg chg="add mod">
          <ac:chgData name="Nicole Jiang" userId="09ef0fc0f6f473b5" providerId="LiveId" clId="{EB8F4A53-0964-5BF1-90AD-931457E28E1A}" dt="2026-10-13T04:25:48.062" v="2478" actId="1076"/>
          <ac:picMkLst>
            <pc:docMk/>
            <pc:sldMk cId="868487171" sldId="260"/>
            <ac:picMk id="9" creationId="{DA4F04D1-71C4-D0BB-D2B5-DFFC4A124624}"/>
          </ac:picMkLst>
        </pc:picChg>
        <pc:picChg chg="mod">
          <ac:chgData name="Nicole Jiang" userId="09ef0fc0f6f473b5" providerId="LiveId" clId="{EB8F4A53-0964-5BF1-90AD-931457E28E1A}" dt="2026-10-13T03:52:22.696" v="2378" actId="1076"/>
          <ac:picMkLst>
            <pc:docMk/>
            <pc:sldMk cId="868487171" sldId="260"/>
            <ac:picMk id="10" creationId="{FB4EBB94-758E-75A7-659C-BF66DBB0AEF6}"/>
          </ac:picMkLst>
        </pc:picChg>
        <pc:picChg chg="mod">
          <ac:chgData name="Nicole Jiang" userId="09ef0fc0f6f473b5" providerId="LiveId" clId="{EB8F4A53-0964-5BF1-90AD-931457E28E1A}" dt="2026-10-14T03:42:55.489" v="2686" actId="1076"/>
          <ac:picMkLst>
            <pc:docMk/>
            <pc:sldMk cId="868487171" sldId="260"/>
            <ac:picMk id="14" creationId="{C3CA3027-10C5-D39A-05B0-82DB2540F9D3}"/>
          </ac:picMkLst>
        </pc:picChg>
        <pc:picChg chg="add mod">
          <ac:chgData name="Nicole Jiang" userId="09ef0fc0f6f473b5" providerId="LiveId" clId="{EB8F4A53-0964-5BF1-90AD-931457E28E1A}" dt="2026-10-13T04:30:22.385" v="2519" actId="571"/>
          <ac:picMkLst>
            <pc:docMk/>
            <pc:sldMk cId="868487171" sldId="260"/>
            <ac:picMk id="16" creationId="{0E987B6D-2DAC-5699-DEFF-718AA7AF9224}"/>
          </ac:picMkLst>
        </pc:picChg>
        <pc:picChg chg="mod">
          <ac:chgData name="Nicole Jiang" userId="09ef0fc0f6f473b5" providerId="LiveId" clId="{EB8F4A53-0964-5BF1-90AD-931457E28E1A}" dt="2026-10-13T03:52:53.768" v="2384" actId="1076"/>
          <ac:picMkLst>
            <pc:docMk/>
            <pc:sldMk cId="868487171" sldId="260"/>
            <ac:picMk id="33" creationId="{42BD33B9-86B6-8B04-8AA1-E72E85543563}"/>
          </ac:picMkLst>
        </pc:picChg>
        <pc:picChg chg="mod">
          <ac:chgData name="Nicole Jiang" userId="09ef0fc0f6f473b5" providerId="LiveId" clId="{EB8F4A53-0964-5BF1-90AD-931457E28E1A}" dt="2026-10-13T03:52:51.190" v="2383" actId="1076"/>
          <ac:picMkLst>
            <pc:docMk/>
            <pc:sldMk cId="868487171" sldId="260"/>
            <ac:picMk id="36" creationId="{8C2E503F-9CF2-EBE6-29B0-458691A7DFB1}"/>
          </ac:picMkLst>
        </pc:picChg>
      </pc:sldChg>
      <pc:sldChg chg="addSp delSp modSp mod">
        <pc:chgData name="Nicole Jiang" userId="09ef0fc0f6f473b5" providerId="LiveId" clId="{EB8F4A53-0964-5BF1-90AD-931457E28E1A}" dt="2026-10-14T20:15:48.652" v="2826" actId="20577"/>
        <pc:sldMkLst>
          <pc:docMk/>
          <pc:sldMk cId="868487171" sldId="261"/>
        </pc:sldMkLst>
        <pc:spChg chg="mod">
          <ac:chgData name="Nicole Jiang" userId="09ef0fc0f6f473b5" providerId="LiveId" clId="{EB8F4A53-0964-5BF1-90AD-931457E28E1A}" dt="2026-10-14T19:44:29.395" v="2809" actId="113"/>
          <ac:spMkLst>
            <pc:docMk/>
            <pc:sldMk cId="868487171" sldId="261"/>
            <ac:spMk id="2" creationId="{6F669F8B-BE33-0C82-515C-AF8D3B759FB3}"/>
          </ac:spMkLst>
        </pc:spChg>
        <pc:spChg chg="add mod">
          <ac:chgData name="Nicole Jiang" userId="09ef0fc0f6f473b5" providerId="LiveId" clId="{EB8F4A53-0964-5BF1-90AD-931457E28E1A}" dt="2026-10-14T19:36:26.018" v="2769" actId="1076"/>
          <ac:spMkLst>
            <pc:docMk/>
            <pc:sldMk cId="868487171" sldId="261"/>
            <ac:spMk id="3" creationId="{9C7CDCE8-5361-4FEF-24D8-015D90D4280A}"/>
          </ac:spMkLst>
        </pc:spChg>
        <pc:spChg chg="mod">
          <ac:chgData name="Nicole Jiang" userId="09ef0fc0f6f473b5" providerId="LiveId" clId="{EB8F4A53-0964-5BF1-90AD-931457E28E1A}" dt="2026-10-14T19:37:10.349" v="2776" actId="14100"/>
          <ac:spMkLst>
            <pc:docMk/>
            <pc:sldMk cId="868487171" sldId="261"/>
            <ac:spMk id="11" creationId="{AF7EDC07-606F-DD66-5973-0AE0D673B23B}"/>
          </ac:spMkLst>
        </pc:spChg>
        <pc:spChg chg="mod">
          <ac:chgData name="Nicole Jiang" userId="09ef0fc0f6f473b5" providerId="LiveId" clId="{EB8F4A53-0964-5BF1-90AD-931457E28E1A}" dt="2026-10-14T19:47:28.525" v="2819" actId="14100"/>
          <ac:spMkLst>
            <pc:docMk/>
            <pc:sldMk cId="868487171" sldId="261"/>
            <ac:spMk id="74" creationId="{F5F0E6D1-7308-2846-C555-5A8981E84E43}"/>
          </ac:spMkLst>
        </pc:spChg>
        <pc:spChg chg="mod">
          <ac:chgData name="Nicole Jiang" userId="09ef0fc0f6f473b5" providerId="LiveId" clId="{EB8F4A53-0964-5BF1-90AD-931457E28E1A}" dt="2026-10-14T19:45:57.461" v="2814" actId="1076"/>
          <ac:spMkLst>
            <pc:docMk/>
            <pc:sldMk cId="868487171" sldId="261"/>
            <ac:spMk id="76" creationId="{8F4057E1-F618-63B3-DF3A-8B3B4948305D}"/>
          </ac:spMkLst>
        </pc:spChg>
        <pc:spChg chg="mod">
          <ac:chgData name="Nicole Jiang" userId="09ef0fc0f6f473b5" providerId="LiveId" clId="{EB8F4A53-0964-5BF1-90AD-931457E28E1A}" dt="2026-10-14T19:37:04.582" v="2774" actId="1076"/>
          <ac:spMkLst>
            <pc:docMk/>
            <pc:sldMk cId="868487171" sldId="261"/>
            <ac:spMk id="78" creationId="{D50205E6-BF86-6F08-991C-43F597FDF8DD}"/>
          </ac:spMkLst>
        </pc:spChg>
        <pc:spChg chg="mod">
          <ac:chgData name="Nicole Jiang" userId="09ef0fc0f6f473b5" providerId="LiveId" clId="{EB8F4A53-0964-5BF1-90AD-931457E28E1A}" dt="2026-10-14T19:46:59.840" v="2818" actId="20577"/>
          <ac:spMkLst>
            <pc:docMk/>
            <pc:sldMk cId="868487171" sldId="261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4T19:37:07.538" v="2775" actId="14100"/>
          <ac:spMkLst>
            <pc:docMk/>
            <pc:sldMk cId="868487171" sldId="261"/>
            <ac:spMk id="80" creationId="{BBD5C8AB-335C-2E4D-00F6-4B0BF74BB013}"/>
          </ac:spMkLst>
        </pc:spChg>
        <pc:spChg chg="mod">
          <ac:chgData name="Nicole Jiang" userId="09ef0fc0f6f473b5" providerId="LiveId" clId="{EB8F4A53-0964-5BF1-90AD-931457E28E1A}" dt="2026-10-14T19:34:03.726" v="2719" actId="1076"/>
          <ac:spMkLst>
            <pc:docMk/>
            <pc:sldMk cId="868487171" sldId="261"/>
            <ac:spMk id="81" creationId="{8E773A53-2851-D565-B46F-D419BA57021E}"/>
          </ac:spMkLst>
        </pc:spChg>
        <pc:spChg chg="mod">
          <ac:chgData name="Nicole Jiang" userId="09ef0fc0f6f473b5" providerId="LiveId" clId="{EB8F4A53-0964-5BF1-90AD-931457E28E1A}" dt="2026-10-14T19:34:17.017" v="2721" actId="1076"/>
          <ac:spMkLst>
            <pc:docMk/>
            <pc:sldMk cId="868487171" sldId="261"/>
            <ac:spMk id="82" creationId="{82B57F9D-B4AF-1E4D-7FBC-B8680CB4CAB8}"/>
          </ac:spMkLst>
        </pc:spChg>
        <pc:spChg chg="mod">
          <ac:chgData name="Nicole Jiang" userId="09ef0fc0f6f473b5" providerId="LiveId" clId="{EB8F4A53-0964-5BF1-90AD-931457E28E1A}" dt="2026-10-14T19:34:13.753" v="2720" actId="14100"/>
          <ac:spMkLst>
            <pc:docMk/>
            <pc:sldMk cId="868487171" sldId="261"/>
            <ac:spMk id="83" creationId="{7156AF1B-4C0F-9637-8495-BA5941742B85}"/>
          </ac:spMkLst>
        </pc:spChg>
        <pc:spChg chg="del">
          <ac:chgData name="Nicole Jiang" userId="09ef0fc0f6f473b5" providerId="LiveId" clId="{EB8F4A53-0964-5BF1-90AD-931457E28E1A}" dt="2026-10-14T19:45:53.892" v="2813" actId="478"/>
          <ac:spMkLst>
            <pc:docMk/>
            <pc:sldMk cId="868487171" sldId="261"/>
            <ac:spMk id="110" creationId="{00000000-0000-0000-0000-000000000000}"/>
          </ac:spMkLst>
        </pc:spChg>
        <pc:spChg chg="mod">
          <ac:chgData name="Nicole Jiang" userId="09ef0fc0f6f473b5" providerId="LiveId" clId="{EB8F4A53-0964-5BF1-90AD-931457E28E1A}" dt="2026-10-14T19:35:44.272" v="2765" actId="1076"/>
          <ac:spMkLst>
            <pc:docMk/>
            <pc:sldMk cId="868487171" sldId="261"/>
            <ac:spMk id="120" creationId="{3A05E1FE-512D-49F3-9C39-22D275F0EE18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00" creationId="{F979C9B9-C3CA-480F-BB52-CC7D4B02CE22}"/>
          </ac:spMkLst>
        </pc:spChg>
        <pc:spChg chg="mod">
          <ac:chgData name="Nicole Jiang" userId="09ef0fc0f6f473b5" providerId="LiveId" clId="{EB8F4A53-0964-5BF1-90AD-931457E28E1A}" dt="2026-10-14T19:36:43.521" v="2771" actId="1076"/>
          <ac:spMkLst>
            <pc:docMk/>
            <pc:sldMk cId="868487171" sldId="261"/>
            <ac:spMk id="201" creationId="{A5654399-0386-420B-B69B-49326884E1BD}"/>
          </ac:spMkLst>
        </pc:spChg>
        <pc:spChg chg="mod">
          <ac:chgData name="Nicole Jiang" userId="09ef0fc0f6f473b5" providerId="LiveId" clId="{EB8F4A53-0964-5BF1-90AD-931457E28E1A}" dt="2026-10-14T19:36:46.392" v="2772" actId="1076"/>
          <ac:spMkLst>
            <pc:docMk/>
            <pc:sldMk cId="868487171" sldId="261"/>
            <ac:spMk id="202" creationId="{A4F32B50-A70B-4AAD-866D-8A9AFB77BA97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03" creationId="{4B9D32E4-35CC-401A-84F3-9B0E93812FF3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05" creationId="{B0440D7D-E739-420F-ABED-4E5D214838EC}"/>
          </ac:spMkLst>
        </pc:spChg>
        <pc:spChg chg="mod">
          <ac:chgData name="Nicole Jiang" userId="09ef0fc0f6f473b5" providerId="LiveId" clId="{EB8F4A53-0964-5BF1-90AD-931457E28E1A}" dt="2026-10-14T20:15:48.652" v="2826" actId="20577"/>
          <ac:spMkLst>
            <pc:docMk/>
            <pc:sldMk cId="868487171" sldId="261"/>
            <ac:spMk id="207" creationId="{0810806D-B188-4E18-8185-C1F9716B0663}"/>
          </ac:spMkLst>
        </pc:spChg>
        <pc:spChg chg="mod">
          <ac:chgData name="Nicole Jiang" userId="09ef0fc0f6f473b5" providerId="LiveId" clId="{EB8F4A53-0964-5BF1-90AD-931457E28E1A}" dt="2026-10-14T19:32:05.427" v="2710" actId="14100"/>
          <ac:spMkLst>
            <pc:docMk/>
            <pc:sldMk cId="868487171" sldId="261"/>
            <ac:spMk id="208" creationId="{FAA325B6-AF3F-4391-B001-5CEA6C0D3BA1}"/>
          </ac:spMkLst>
        </pc:spChg>
        <pc:spChg chg="mod">
          <ac:chgData name="Nicole Jiang" userId="09ef0fc0f6f473b5" providerId="LiveId" clId="{EB8F4A53-0964-5BF1-90AD-931457E28E1A}" dt="2026-10-14T19:33:10.244" v="2714" actId="20577"/>
          <ac:spMkLst>
            <pc:docMk/>
            <pc:sldMk cId="868487171" sldId="261"/>
            <ac:spMk id="210" creationId="{7A12F45B-766A-479C-A513-DC305E768B18}"/>
          </ac:spMkLst>
        </pc:spChg>
        <pc:spChg chg="mod">
          <ac:chgData name="Nicole Jiang" userId="09ef0fc0f6f473b5" providerId="LiveId" clId="{EB8F4A53-0964-5BF1-90AD-931457E28E1A}" dt="2026-10-14T19:35:44.272" v="2765" actId="1076"/>
          <ac:spMkLst>
            <pc:docMk/>
            <pc:sldMk cId="868487171" sldId="261"/>
            <ac:spMk id="211" creationId="{7CA63206-32AF-4739-9D5D-3109B2CFE243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12" creationId="{F0E4059E-8B12-4811-AB13-DD1F53C26AA3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14" creationId="{E0DF1478-840F-4BDD-B29E-A5B229B3783E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15" creationId="{F3106931-3BF4-4F12-9726-6C63FA258C0A}"/>
          </ac:spMkLst>
        </pc:spChg>
        <pc:spChg chg="mod">
          <ac:chgData name="Nicole Jiang" userId="09ef0fc0f6f473b5" providerId="LiveId" clId="{EB8F4A53-0964-5BF1-90AD-931457E28E1A}" dt="2026-10-14T18:46:21.938" v="2690" actId="1076"/>
          <ac:spMkLst>
            <pc:docMk/>
            <pc:sldMk cId="868487171" sldId="261"/>
            <ac:spMk id="216" creationId="{336C5316-EC48-42CE-8537-8453628B7D8C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17" creationId="{971DBA1A-D2E6-408F-AF7C-16AF667673EA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18" creationId="{C320C512-3791-4B48-9B61-7FD45A4601D4}"/>
          </ac:spMkLst>
        </pc:spChg>
        <pc:spChg chg="mod">
          <ac:chgData name="Nicole Jiang" userId="09ef0fc0f6f473b5" providerId="LiveId" clId="{EB8F4A53-0964-5BF1-90AD-931457E28E1A}" dt="2026-10-14T18:46:21.938" v="2690" actId="1076"/>
          <ac:spMkLst>
            <pc:docMk/>
            <pc:sldMk cId="868487171" sldId="261"/>
            <ac:spMk id="219" creationId="{A3C5BCD3-C05E-4CC3-AF1A-0840F4394EE3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20" creationId="{8529AA9E-ACC8-495E-8075-1D2F4EF9602E}"/>
          </ac:spMkLst>
        </pc:spChg>
        <pc:spChg chg="mod">
          <ac:chgData name="Nicole Jiang" userId="09ef0fc0f6f473b5" providerId="LiveId" clId="{EB8F4A53-0964-5BF1-90AD-931457E28E1A}" dt="2026-10-14T19:48:25.703" v="2821" actId="1076"/>
          <ac:spMkLst>
            <pc:docMk/>
            <pc:sldMk cId="868487171" sldId="261"/>
            <ac:spMk id="223" creationId="{86A37956-8DA5-40AE-A03E-2CE429C5454A}"/>
          </ac:spMkLst>
        </pc:spChg>
        <pc:spChg chg="mod">
          <ac:chgData name="Nicole Jiang" userId="09ef0fc0f6f473b5" providerId="LiveId" clId="{EB8F4A53-0964-5BF1-90AD-931457E28E1A}" dt="2026-10-14T19:33:45.038" v="2717" actId="1076"/>
          <ac:spMkLst>
            <pc:docMk/>
            <pc:sldMk cId="868487171" sldId="261"/>
            <ac:spMk id="224" creationId="{39DA12D1-0D37-445A-9028-17994BB6BD07}"/>
          </ac:spMkLst>
        </pc:spChg>
        <pc:picChg chg="mod modCrop">
          <ac:chgData name="Nicole Jiang" userId="09ef0fc0f6f473b5" providerId="LiveId" clId="{EB8F4A53-0964-5BF1-90AD-931457E28E1A}" dt="2026-10-14T19:45:30.344" v="2812" actId="732"/>
          <ac:picMkLst>
            <pc:docMk/>
            <pc:sldMk cId="868487171" sldId="261"/>
            <ac:picMk id="4" creationId="{C4337658-2539-7C1B-497A-E1769149148E}"/>
          </ac:picMkLst>
        </pc:picChg>
        <pc:picChg chg="mod">
          <ac:chgData name="Nicole Jiang" userId="09ef0fc0f6f473b5" providerId="LiveId" clId="{EB8F4A53-0964-5BF1-90AD-931457E28E1A}" dt="2026-10-14T20:14:50.438" v="2822" actId="1076"/>
          <ac:picMkLst>
            <pc:docMk/>
            <pc:sldMk cId="868487171" sldId="261"/>
            <ac:picMk id="14" creationId="{C3CA3027-10C5-D39A-05B0-82DB2540F9D3}"/>
          </ac:picMkLst>
        </pc:picChg>
      </pc:sldChg>
      <pc:sldChg chg="modSp add del mod">
        <pc:chgData name="Nicole Jiang" userId="09ef0fc0f6f473b5" providerId="LiveId" clId="{EB8F4A53-0964-5BF1-90AD-931457E28E1A}" dt="2026-10-13T17:35:40.898" v="2607" actId="2696"/>
        <pc:sldMkLst>
          <pc:docMk/>
          <pc:sldMk cId="1945540972" sldId="261"/>
        </pc:sldMkLst>
        <pc:spChg chg="mod">
          <ac:chgData name="Nicole Jiang" userId="09ef0fc0f6f473b5" providerId="LiveId" clId="{EB8F4A53-0964-5BF1-90AD-931457E28E1A}" dt="2026-10-13T17:35:28.310" v="2606" actId="20577"/>
          <ac:spMkLst>
            <pc:docMk/>
            <pc:sldMk cId="1945540972" sldId="261"/>
            <ac:spMk id="73" creationId="{69833F19-D0F2-FA5A-D1B8-216186ACC37F}"/>
          </ac:spMkLst>
        </pc:sp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9FC4C11B-3281-61F5-AEEC-E5F2B298471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>
            <ns1:extLst>
              <ns1:ext uri="{FF2B5EF4-FFF2-40B4-BE49-F238E27FC236}">
                <ns2:creationId id="{C975FC8B-F564-04EA-26FD-6F8FBA438751}"/>
              </ns1:ext>
            </ns1:extLst>
          </ns0:cNvPr>
          <ns0:cNvSpPr>
            <ns1:spLocks noGrp="1" noRot="1" noChangeAspect="1"/>
          </ns0:cNvSpPr>
          <ns0:nvPr>
            <ns0:ph type="sldImg"/>
          </ns0:nvPr>
        </ns0:nvSpPr>
        <ns0:spPr>
          <ns1:xfrm>
            <ns1:off x="2271713" y="1143000"/>
            <ns1:ext cx="2314575" cy="3086100"/>
          </ns1:xfrm>
        </ns0:spPr>
      </ns0:sp>
      <ns0:sp>
        <ns0:nvSpPr>
          <ns0:cNvPr id="3" name="Notes Placeholder 2">
            <ns1:extLst>
              <ns1:ext uri="{FF2B5EF4-FFF2-40B4-BE49-F238E27FC236}">
                <ns2:creationId id="{78ACB9E4-9956-85CD-1D61-2F397B472319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sz="1200"/>
              <ns1:t>Poster figure inputs: results/for_manuscript/tables/publication_object_selection.csv; results/for_manuscript/tables/mass_offset_object_sensitivity.csv; results/v3/tables/v3_object_point_ranking.csv; results/v3/tables/v3_object_uncertainty_ranking.csv; results/v4/tables/v4_minimum_seed_mass.csv. Scientific inputs are pinned in data/poster_inputs.json. The uncertainty panel is generated by src.internal.poster_figures. The earlier-onset panel holds the stated average cap and radiative efficiency constant along each track. The external dynamical comparison uses the adopted arXiv v2 measurement; the required ratios and intervals are calculated by this project.</ns1:t>
            </ns1:r>
          </ns1:p>
          <ns1:p>
            <ns1:r>
              <ns1:rPr sz="1200"/>
              <ns1:t>[1] Shen (2013), The Mass of Quasars: https://arxiv.org/abs/1302.2643 — broad-line virial mass methods and calibration scatter.</ns1:t>
            </ns1:r>
          </ns1:p>
          <ns1:p>
            <ns1:r>
              <ns1:rPr sz="1200"/>
              <ns1:t>[2] Maiolino et al. (2024), A small and vigorous black hole in the early Universe: https://doi.org/10.1038/s41586-024-07052-5 — GN-z11 ultraviolet-line mass and early JWST context.</ns1:t>
            </ns1:r>
          </ns1:p>
          <ns1:p>
            <ns1:r>
              <ns1:rPr sz="1200"/>
              <ns1:t>[3] Dayal (2024), Exploring a primordial solution for early black holes detected with JWST: https://doi.org/10.1051/0004-6361/202451481 — exponential accretion growth relation. The project inverts the growth relation; its reference seed and growth-test thresholds are analysis assumptions.</ns1:t>
            </ns1:r>
          </ns1:p>
          <ns1:p>
            <ns1:r>
              <ns1:rPr sz="1200"/>
              <ns1:t>[4] Bardeen, Press &amp; Teukolsky (1972): https://doi.org/10.1086/151796 — ideal thin-disc efficiency for a non-spinning black hole, 1-sqrt(8/9).</ns1:t>
            </ns1:r>
          </ns1:p>
          <ns1:p>
            <ns1:r>
              <ns1:rPr sz="1200"/>
              <ns1:t>[5] Juodzbalis et al. (2025): https://arxiv.org/abs/2508.21748v2 — adopted independent A2744-QSO1 dynamical mass. The poster's average Eddington ratios are project calculations, not measurements quoted from this paper.</ns1:t>
            </ns1:r>
          </ns1:p>
        </ns0:txBody>
      </ns0:sp>
      <ns0:sp>
        <ns0:nvSpPr>
          <ns0:cNvPr id="4" name="Slide Number Placeholder 3">
            <ns1:extLst>
              <ns1:ext uri="{FF2B5EF4-FFF2-40B4-BE49-F238E27FC236}">
                <ns2:creationId id="{A8B3E2F2-BDDF-9490-DE7B-11CDCE91017C}"/>
              </ns1:ext>
            </ns1:extLst>
          </ns0:cNvPr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490DA246-DE01-5046-81A0-D7E93C87400D}" type="slidenum">
              <ns1:rPr lang="en-US" smtClean="0"/>
              <ns1:t>1</ns1:t>
            </ns1:fld>
            <ns1:endParaRPr lang="en-US"/>
          </ns1:p>
        </ns0:txBody>
      </ns0:sp>
    </ns0:spTree>
    <ns0:extLst>
      <ns0:ext uri="{BB962C8B-B14F-4D97-AF65-F5344CB8AC3E}">
        <ns3:creationId val="3600152407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0" y="21970501"/>
            <a:ext cx="14630400" cy="9875520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84048" y="-168958"/>
            <a:ext cx="33686496" cy="4842334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7680960" tIns="457200" rIns="886968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
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74808"/>
            <a:ext cx="2377440" cy="23774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02" t="38725" b="33824"/>
          <a:stretch>
            <a:fillRect/>
          </a:stretch>
        </p:blipFill>
        <p:spPr>
          <a:xfrm>
            <a:off x="2961848" y="1118870"/>
            <a:ext cx="4937760" cy="17812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3680" y="502920"/>
            <a:ext cx="2743200" cy="274320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362478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642638"/>
            <a:ext cx="14173200" cy="2631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300" b="1">
                <a:latin typeface="Aptos"/>
              </a:rPr>
              <a:t>How did early black holes grow so big, so fast? </a:t>
            </a:r>
            <a:r>
              <a:rPr lang="en-CA" sz="3300" b="0">
                <a:latin typeface="Aptos"/>
              </a:rPr>
              <a:t>The James Webb Space Telescope (JWST) has revealed massive black holes with little time to grow.</a:t>
            </a:r>
            <a:r>
              <a:rPr lang="en-CA" sz="2200" b="0" baseline="30000">
                <a:latin typeface="Aptos"/>
              </a:rPr>
              <a:t>[2]</a:t>
            </a:r>
            <a:r>
              <a:rPr lang="en-CA" sz="3300" b="0">
                <a:latin typeface="Aptos"/>
              </a:rPr>
              <a:t> I compiled published mass estimates and calculated the average accretion needed to reach each mass under different seed masses (initial masses), start times, and radiative efficiencies.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362479"/>
            <a:ext cx="15087600" cy="432246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184457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C51BF9-B81A-ECF4-F01D-305CA1CE9DD1}"/>
              </a:ext>
            </a:extLst>
          </p:cNvPr>
          <p:cNvSpPr txBox="1"/>
          <p:nvPr/>
        </p:nvSpPr>
        <p:spPr>
          <a:xfrm>
            <a:off x="1463040" y="20785342"/>
            <a:ext cx="1399032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 dirty="0">
                <a:latin typeface="Aptos"/>
              </a:rPr>
              <a:t>Symbols: </a:t>
            </a:r>
            <a:r>
              <a:rPr lang="en-CA" sz="3300" b="0" dirty="0">
                <a:latin typeface="Aptos"/>
              </a:rPr>
              <a:t>M⊙ denotes solar mass. Higher redshift z means earlier times. 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is the radiated fraction of accreted rest-mass energy.</a:t>
            </a:r>
          </a:p>
          <a:p>
            <a:pPr>
              <a:lnSpc>
                <a:spcPct val="120000"/>
              </a:lnSpc>
              <a:spcAft>
                <a:spcPts val="1600"/>
              </a:spcAft>
              <a:buNone/>
            </a:pPr>
            <a:r>
              <a:rPr lang="en-CA" sz="3300" b="1" dirty="0">
                <a:latin typeface="Aptos"/>
              </a:rPr>
              <a:t>Eddington ratio: </a:t>
            </a:r>
            <a:r>
              <a:rPr lang="en-CA" sz="3300" b="0" dirty="0" err="1">
                <a:latin typeface="Aptos"/>
              </a:rPr>
              <a:t>f</a:t>
            </a:r>
            <a:r>
              <a:rPr lang="en-CA" sz="2200" b="0" baseline="-25000" dirty="0" err="1">
                <a:latin typeface="Aptos"/>
              </a:rPr>
              <a:t>Edd</a:t>
            </a:r>
            <a:r>
              <a:rPr lang="en-CA" sz="3300" b="0" dirty="0">
                <a:latin typeface="Aptos"/>
              </a:rPr>
              <a:t> = luminosity/Eddington luminosity, where radiation force balances gravity. Averages above 1 require super-Eddington episodes.</a:t>
            </a:r>
            <a:r>
              <a:rPr lang="en-CA" sz="2200" b="0" dirty="0" baseline="30000">
                <a:latin typeface="Aptos"/>
              </a:rPr>
              <a:t>[3]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184458"/>
            <a:ext cx="15087600" cy="27190853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16550640" y="35921521"/>
            <a:ext cx="15453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16916402" y="37375311"/>
            <a:ext cx="14996160" cy="54784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Seed masses: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Most adopted masses allow growth from 100 M⊙ seeds under the reference assumptions.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Accretion physics: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Lower radiative efficiency leaves more accreted mass in the black hole, allowing faster growth at the same Eddington ratio.</a:t>
            </a:r>
            <a:r>
              <a:rPr lang="en-CA" sz="2200" b="0" dirty="0" baseline="30000">
                <a:solidFill>
                  <a:srgbClr val="000000"/>
                </a:solidFill>
                <a:latin typeface="Aptos"/>
              </a:rPr>
              <a:t>[3]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Earlier growth: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Even the earliest tested start leaves 100 M⊙ seeds insufficient for the 4 targets at </a:t>
            </a:r>
            <a:r>
              <a:rPr lang="en-CA" sz="3300" b="0" dirty="0" err="1">
                <a:solidFill>
                  <a:srgbClr val="000000"/>
                </a:solidFill>
                <a:latin typeface="Aptos"/>
              </a:rPr>
              <a:t>ε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 = 0.1 and average ratio ≤ 1. Larger seeds or super-Eddington episodes remain possible.</a:t>
            </a:r>
          </a:p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Further observations: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Independent mass measurements could change which objects require averages above 1. Counts from different surveys cannot establish how common these black holes are.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16550640" y="35921521"/>
            <a:ext cx="15453360" cy="7512479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37796815"/>
            <a:ext cx="150876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463040" y="39259762"/>
            <a:ext cx="13898880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300" dirty="0"/>
              <a:t>[1] Shen (2013), BASI, 41, 61.</a:t>
            </a:r>
            <a:endParaRPr lang="en-US" sz="3300" dirty="0"/>
          </a:p>
          <a:p>
            <a:r>
              <a:rPr lang="en-CA" sz="3300" dirty="0"/>
              <a:t>[2] </a:t>
            </a:r>
            <a:r>
              <a:rPr lang="en-CA" sz="3300" dirty="0" err="1"/>
              <a:t>Maiolino</a:t>
            </a:r>
            <a:r>
              <a:rPr lang="en-CA" sz="3300" dirty="0"/>
              <a:t> et al. (2024), Nature, 627, 59.</a:t>
            </a:r>
          </a:p>
          <a:p>
            <a:r>
              <a:rPr lang="en-CA" sz="3300" dirty="0"/>
              <a:t>[3] Dayal (2024), A&amp;A, 690, A182.</a:t>
            </a:r>
            <a:endParaRPr lang="en-US" sz="3300" dirty="0"/>
          </a:p>
          <a:p>
            <a:pPr>
              <a:spcBef>
                <a:spcPts val="600"/>
              </a:spcBef>
            </a:pPr>
            <a:r>
              <a:rPr lang="en-CA" sz="3300" dirty="0"/>
              <a:t>[4] Bardeen et al. (1972), </a:t>
            </a:r>
            <a:r>
              <a:rPr lang="en-CA" sz="3300" dirty="0" err="1"/>
              <a:t>ApJ</a:t>
            </a:r>
            <a:r>
              <a:rPr lang="en-CA" sz="3300" dirty="0"/>
              <a:t>, 178, 347.</a:t>
            </a:r>
            <a:endParaRPr lang="en-US" sz="3300" dirty="0"/>
          </a:p>
          <a:p>
            <a:pPr>
              <a:spcAft>
                <a:spcPts val="800"/>
              </a:spcAft>
              <a:buNone/>
            </a:pPr>
            <a:r>
              <a:rPr lang="en-CA" sz="3300" b="0" dirty="0">
                <a:latin typeface="Aptos"/>
              </a:rPr>
              <a:t>[5] </a:t>
            </a:r>
            <a:r>
              <a:rPr lang="en-CA" sz="3300" b="0" dirty="0" err="1">
                <a:latin typeface="Aptos"/>
              </a:rPr>
              <a:t>Juodzbalis</a:t>
            </a:r>
            <a:r>
              <a:rPr lang="en-CA" sz="3300" b="0" dirty="0">
                <a:latin typeface="Aptos"/>
              </a:rPr>
              <a:t> et al. (2025), arXiv:2508.21748v2.</a:t>
            </a:r>
          </a:p>
          <a:p>
            <a:pPr>
              <a:spcBef>
                <a:spcPts val="600"/>
              </a:spcBef>
            </a:pPr>
            <a:r>
              <a:rPr lang="en-CA" sz="3300" dirty="0"/>
              <a:t>Catalogue sources and code: QR link above.</a:t>
            </a:r>
            <a:endParaRPr lang="en-US" sz="33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37811595"/>
            <a:ext cx="15087600" cy="5622405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709"/>
          <a:stretch>
            <a:fillRect/>
          </a:stretch>
        </p:blipFill>
        <p:spPr>
          <a:xfrm>
            <a:off x="17349367" y="12042092"/>
            <a:ext cx="13648793" cy="786384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12863" y="2212116"/>
            <a:ext cx="3968969" cy="2975113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443004">
            <a:off x="23071504" y="2606120"/>
            <a:ext cx="1527081" cy="735074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98715">
            <a:off x="23425759" y="-141307"/>
            <a:ext cx="6097999" cy="343135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17145000" y="20434572"/>
            <a:ext cx="14630400" cy="16158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Earlier-onset test: </a:t>
            </a:r>
            <a:r>
              <a:rPr lang="en-CA" sz="3300" b="0" dirty="0">
                <a:latin typeface="Aptos"/>
              </a:rPr>
              <a:t>Starting at matter–radiation equality (z = 3,400) still requires 270–1,200 M⊙ seeds for the 4 plotted objects (ε = 0.1, average ratio ≤ 1, no mergers).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7007840" y="6642638"/>
            <a:ext cx="14767560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Reference model: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8/220 primary objects require average Eddington ratios above 1, including 5 in ≥ 95% of mass-error draws.</a:t>
            </a:r>
          </a:p>
          <a:p>
            <a:pPr marL="285750" indent="-228600"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Mass sensitivity: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Lowering masses by 0.5 </a:t>
            </a:r>
            <a:r>
              <a:rPr lang="en-CA" sz="3300" b="0" dirty="0" err="1">
                <a:solidFill>
                  <a:srgbClr val="000000"/>
                </a:solidFill>
                <a:latin typeface="Aptos"/>
              </a:rPr>
              <a:t>dex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 (a factor of 3.2) leaves 3 primary objects requiring averages above 1 in ≥ 95% of draws.</a:t>
            </a:r>
          </a:p>
          <a:p>
            <a:pPr marL="285750" indent="-228600"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Seed mass: </a:t>
            </a:r>
            <a:r>
              <a:rPr lang="en-CA" sz="3300" dirty="0">
                <a:solidFill>
                  <a:srgbClr val="000000"/>
                </a:solidFill>
                <a:latin typeface="Aptos"/>
              </a:rPr>
              <a:t>1,000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M⊙ seeds leave 3/220 above 1. With 100,000 M⊙ seeds, neither sample has objects above 1.</a:t>
            </a:r>
          </a:p>
          <a:p>
            <a:pPr marL="285750" indent="-228600"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Growth start time: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At z = 20, 18/220 primary objects require averages above 1, and GN-z11 requires the highest average in the expanded sample.</a:t>
            </a:r>
          </a:p>
          <a:p>
            <a:pPr marL="285750" indent="-228600">
              <a:buChar char="•"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Efficiency: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At </a:t>
            </a:r>
            <a:r>
              <a:rPr lang="en-CA" sz="3300" b="0" dirty="0" err="1">
                <a:solidFill>
                  <a:srgbClr val="000000"/>
                </a:solidFill>
                <a:latin typeface="Aptos"/>
              </a:rPr>
              <a:t>ε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 = 0.05719 (non-spinning thin disc) </a:t>
            </a:r>
            <a:r>
              <a:rPr lang="en-CA" sz="2200" b="0" dirty="0" baseline="30000">
                <a:solidFill>
                  <a:srgbClr val="000000"/>
                </a:solidFill>
                <a:latin typeface="Aptos"/>
              </a:rPr>
              <a:t>[4]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, all 234 central mass estimates require averages below 1 under the other reference assumptions.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6550640" y="5362478"/>
            <a:ext cx="15453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6550640" y="5344777"/>
            <a:ext cx="15453360" cy="30083074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igure takeaway 112"/>
          <p:cNvSpPr txBox="1"/>
          <p:nvPr/>
        </p:nvSpPr>
        <p:spPr>
          <a:xfrm>
            <a:off x="17190720" y="32207899"/>
            <a:ext cx="14447520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lower the required seed mass, but the decrease becomes smaller.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17007840" y="32779973"/>
            <a:ext cx="1476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Independent mass check: </a:t>
            </a:r>
            <a:r>
              <a:rPr lang="en-CA" sz="3300" b="0" dirty="0">
                <a:latin typeface="Aptos"/>
              </a:rPr>
              <a:t>A2744-QSO1’s broad-line mass (2.0 × 10</a:t>
            </a:r>
            <a:r>
              <a:rPr lang="en-CA" sz="2200" b="0" baseline="30000" dirty="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 requires an average of 0.929 under the reference model. Its dynamical mass (5.0 × 10</a:t>
            </a:r>
            <a:r>
              <a:rPr lang="en-CA" sz="2200" b="0" baseline="30000" dirty="0">
                <a:latin typeface="Aptos"/>
              </a:rPr>
              <a:t>7</a:t>
            </a:r>
            <a:r>
              <a:rPr lang="en-CA" sz="3300" b="0" dirty="0">
                <a:latin typeface="Aptos"/>
              </a:rPr>
              <a:t> M⊙)</a:t>
            </a:r>
            <a:r>
              <a:rPr lang="en-CA" sz="2200" b="0" dirty="0" baseline="30000">
                <a:latin typeface="Aptos"/>
              </a:rPr>
              <a:t>[5]</a:t>
            </a:r>
            <a:r>
              <a:rPr lang="en-CA" sz="3300" b="0" dirty="0">
                <a:latin typeface="Aptos"/>
              </a:rPr>
              <a:t> requires 0.9996. Its required average spans 0.947–1.052 (16th–84th percentiles), including 1.</a:t>
            </a:r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371600" y="24068625"/>
            <a:ext cx="1435608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lang="en-CA" sz="3600" b="1" dirty="0">
                <a:solidFill>
                  <a:srgbClr val="002A5C"/>
                </a:solidFill>
                <a:latin typeface="Aptos"/>
              </a:rPr>
              <a:t>Growth test and uncertainty</a:t>
            </a:r>
          </a:p>
        </p:txBody>
      </p:sp>
      <p:sp>
        <p:nvSpPr>
          <p:cNvPr id="200" name="Poster diagram 200">
            <a:extLst>
              <a:ext uri="{FF2B5EF4-FFF2-40B4-BE49-F238E27FC236}">
                <a16:creationId xmlns:a16="http://schemas.microsoft.com/office/drawing/2014/main" id="{F979C9B9-C3CA-480F-BB52-CC7D4B02CE22}"/>
              </a:ext>
            </a:extLst>
          </p:cNvPr>
          <p:cNvSpPr>
            <a:spLocks noGrp="1"/>
          </p:cNvSpPr>
          <p:nvPr/>
        </p:nvSpPr>
        <p:spPr>
          <a:xfrm>
            <a:off x="1471598" y="12390206"/>
            <a:ext cx="13990320" cy="1143000"/>
          </a:xfrm>
          <a:prstGeom prst="rect">
            <a:avLst/>
          </a:prstGeom>
          <a:noFill/>
          <a:ln w="0">
            <a:noFill/>
          </a:ln>
        </p:spPr>
        <p:txBody>
          <a:bodyPr lIns="114300" tIns="76200" rIns="114300" bIns="76200" anchor="ctr"/>
          <a:lstStyle>
            <a:defPPr algn="ctr">
              <a:defRPr sz="3300" b="1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300" b="1">
                <a:solidFill>
                  <a:srgbClr val="111111"/>
                </a:solidFill>
                <a:latin typeface="Aptos"/>
              </a:defRPr>
            </a:pPr>
            <a:r>
              <a:rPr sz="3300" b="1" dirty="0">
                <a:solidFill>
                  <a:srgbClr val="111111"/>
                </a:solidFill>
                <a:latin typeface="Aptos"/>
              </a:rPr>
              <a:t>350 measurements from 32 source families at z ≥ 4</a:t>
            </a:r>
          </a:p>
        </p:txBody>
      </p:sp>
      <p:sp>
        <p:nvSpPr>
          <p:cNvPr id="201" name="Poster diagram 201">
            <a:extLst>
              <a:ext uri="{FF2B5EF4-FFF2-40B4-BE49-F238E27FC236}">
                <a16:creationId xmlns:a16="http://schemas.microsoft.com/office/drawing/2014/main" id="{A5654399-0386-420B-B69B-49326884E1BD}"/>
              </a:ext>
            </a:extLst>
          </p:cNvPr>
          <p:cNvSpPr>
            <a:spLocks noGrp="1"/>
          </p:cNvSpPr>
          <p:nvPr/>
        </p:nvSpPr>
        <p:spPr>
          <a:xfrm>
            <a:off x="8309610" y="13412218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Poster diagram 202">
            <a:extLst>
              <a:ext uri="{FF2B5EF4-FFF2-40B4-BE49-F238E27FC236}">
                <a16:creationId xmlns:a16="http://schemas.microsoft.com/office/drawing/2014/main" id="{A4F32B50-A70B-4AAD-866D-8A9AFB77BA97}"/>
              </a:ext>
            </a:extLst>
          </p:cNvPr>
          <p:cNvSpPr>
            <a:spLocks noGrp="1"/>
          </p:cNvSpPr>
          <p:nvPr/>
        </p:nvSpPr>
        <p:spPr>
          <a:xfrm>
            <a:off x="1463040" y="13858659"/>
            <a:ext cx="13990320" cy="914400"/>
          </a:xfrm>
          <a:prstGeom prst="rect">
            <a:avLst/>
          </a:prstGeom>
          <a:solidFill>
            <a:srgbClr val="F1F4F7"/>
          </a:solidFill>
          <a:ln w="17145">
            <a:solidFill>
              <a:srgbClr val="526477"/>
            </a:solidFill>
          </a:ln>
        </p:spPr>
        <p:txBody>
          <a:bodyPr lIns="114300" tIns="76200" rIns="114300" bIns="76200" anchor="ctr"/>
          <a:lstStyle>
            <a:defPPr algn="ctr">
              <a:defRPr sz="3300" b="1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300" b="1">
                <a:solidFill>
                  <a:srgbClr val="111111"/>
                </a:solidFill>
                <a:latin typeface="Aptos"/>
              </a:defRPr>
            </a:pPr>
            <a:r>
              <a:rPr sz="3300" b="1">
                <a:solidFill>
                  <a:srgbClr val="111111"/>
                </a:solidFill>
                <a:latin typeface="Aptos"/>
              </a:rPr>
              <a:t>338 provisional objects</a:t>
            </a:r>
          </a:p>
        </p:txBody>
      </p:sp>
      <p:sp>
        <p:nvSpPr>
          <p:cNvPr id="203" name="Poster diagram 203">
            <a:extLst>
              <a:ext uri="{FF2B5EF4-FFF2-40B4-BE49-F238E27FC236}">
                <a16:creationId xmlns:a16="http://schemas.microsoft.com/office/drawing/2014/main" id="{4B9D32E4-35CC-401A-84F3-9B0E93812FF3}"/>
              </a:ext>
            </a:extLst>
          </p:cNvPr>
          <p:cNvSpPr>
            <a:spLocks noGrp="1"/>
          </p:cNvSpPr>
          <p:nvPr/>
        </p:nvSpPr>
        <p:spPr>
          <a:xfrm>
            <a:off x="5626303" y="14997396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Poster diagram 204">
            <a:extLst>
              <a:ext uri="{FF2B5EF4-FFF2-40B4-BE49-F238E27FC236}">
                <a16:creationId xmlns:a16="http://schemas.microsoft.com/office/drawing/2014/main" id="{D840C234-8C7B-423E-87DF-1C2EC82BD5EA}"/>
              </a:ext>
            </a:extLst>
          </p:cNvPr>
          <p:cNvSpPr>
            <a:spLocks noGrp="1"/>
          </p:cNvSpPr>
          <p:nvPr/>
        </p:nvSpPr>
        <p:spPr>
          <a:xfrm>
            <a:off x="12827203" y="14978902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oster diagram 205">
            <a:extLst>
              <a:ext uri="{FF2B5EF4-FFF2-40B4-BE49-F238E27FC236}">
                <a16:creationId xmlns:a16="http://schemas.microsoft.com/office/drawing/2014/main" id="{B0440D7D-E739-420F-ABED-4E5D214838EC}"/>
              </a:ext>
            </a:extLst>
          </p:cNvPr>
          <p:cNvSpPr>
            <a:spLocks noGrp="1"/>
          </p:cNvSpPr>
          <p:nvPr/>
        </p:nvSpPr>
        <p:spPr>
          <a:xfrm>
            <a:off x="1463040" y="15472678"/>
            <a:ext cx="8673998" cy="4709160"/>
          </a:xfrm>
          <a:prstGeom prst="rect">
            <a:avLst/>
          </a:prstGeom>
          <a:noFill/>
          <a:ln w="17145">
            <a:solidFill>
              <a:srgbClr val="07346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Poster diagram 206">
            <a:extLst>
              <a:ext uri="{FF2B5EF4-FFF2-40B4-BE49-F238E27FC236}">
                <a16:creationId xmlns:a16="http://schemas.microsoft.com/office/drawing/2014/main" id="{C0DEFAC9-EF02-4B42-B474-17FA97D60021}"/>
              </a:ext>
            </a:extLst>
          </p:cNvPr>
          <p:cNvSpPr>
            <a:spLocks noGrp="1"/>
          </p:cNvSpPr>
          <p:nvPr/>
        </p:nvSpPr>
        <p:spPr>
          <a:xfrm>
            <a:off x="1517904" y="15554974"/>
            <a:ext cx="8564270" cy="822960"/>
          </a:xfrm>
          <a:prstGeom prst="rect">
            <a:avLst/>
          </a:prstGeom>
          <a:noFill/>
          <a:ln w="0">
            <a:noFill/>
          </a:ln>
        </p:spPr>
        <p:txBody>
          <a:bodyPr lIns="114300" tIns="76200" rIns="114300" bIns="76200" anchor="ctr"/>
          <a:lstStyle>
            <a:defPPr algn="ctr">
              <a:defRPr sz="3100" b="1">
                <a:solidFill>
                  <a:srgbClr val="073463"/>
                </a:solidFill>
                <a:latin typeface="Aptos"/>
              </a:defRPr>
            </a:defPPr>
          </a:lstStyle>
          <a:p>
            <a:pPr algn="ctr">
              <a:defRPr sz="3100" b="1">
                <a:solidFill>
                  <a:srgbClr val="073463"/>
                </a:solidFill>
                <a:latin typeface="Aptos"/>
              </a:defRPr>
            </a:pPr>
            <a:r>
              <a:rPr sz="3100" b="1">
                <a:solidFill>
                  <a:srgbClr val="073463"/>
                </a:solidFill>
                <a:latin typeface="Aptos"/>
              </a:rPr>
              <a:t>234 expanded-sample objects</a:t>
            </a:r>
          </a:p>
        </p:txBody>
      </p:sp>
      <p:sp>
        <p:nvSpPr>
          <p:cNvPr id="207" name="Poster diagram 207">
            <a:extLst>
              <a:ext uri="{FF2B5EF4-FFF2-40B4-BE49-F238E27FC236}">
                <a16:creationId xmlns:a16="http://schemas.microsoft.com/office/drawing/2014/main" id="{0810806D-B188-4E18-8185-C1F9716B0663}"/>
              </a:ext>
            </a:extLst>
          </p:cNvPr>
          <p:cNvSpPr>
            <a:spLocks noGrp="1"/>
          </p:cNvSpPr>
          <p:nvPr/>
        </p:nvSpPr>
        <p:spPr>
          <a:xfrm>
            <a:off x="1645920" y="16320217"/>
            <a:ext cx="8308238" cy="1261872"/>
          </a:xfrm>
          <a:prstGeom prst="rect">
            <a:avLst/>
          </a:prstGeom>
          <a:solidFill>
            <a:srgbClr val="F1F4F7"/>
          </a:solidFill>
          <a:ln w="0">
            <a:noFill/>
          </a:ln>
        </p:spPr>
        <p:txBody>
          <a:bodyPr lIns="114300" tIns="76200" rIns="114300" bIns="76200" anchor="ctr"/>
          <a:lstStyle>
            <a:defPPr algn="ctr">
              <a:defRPr sz="3000" b="1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000" b="1">
                <a:solidFill>
                  <a:srgbClr val="111111"/>
                </a:solidFill>
                <a:latin typeface="Aptos"/>
              </a:defRPr>
            </a:pPr>
            <a:r>
              <a:rPr sz="3000" b="1" dirty="0">
                <a:solidFill>
                  <a:srgbClr val="111111"/>
                </a:solidFill>
                <a:latin typeface="Aptos"/>
              </a:rPr>
              <a:t>220 primary</a:t>
            </a:r>
          </a:p>
          <a:p>
            <a:pPr algn="ctr">
              <a:defRPr sz="3000" b="1">
                <a:solidFill>
                  <a:srgbClr val="111111"/>
                </a:solidFill>
                <a:latin typeface="Aptos"/>
              </a:defRPr>
            </a:pPr>
            <a:r>
              <a:rPr sz="3000" b="1" dirty="0">
                <a:solidFill>
                  <a:srgbClr val="111111"/>
                </a:solidFill>
                <a:latin typeface="Aptos"/>
              </a:rPr>
              <a:t>Broad hydrogen (Balmer) line masses</a:t>
            </a:r>
            <a:r>
              <a:rPr lang="en-CA" sz="3000" b="1" dirty="0">
                <a:solidFill>
                  <a:srgbClr val="111111"/>
                </a:solidFill>
                <a:latin typeface="Aptos"/>
              </a:rPr>
              <a:t> </a:t>
            </a:r>
            <a:r>
              <a:rPr lang="en-CA" sz="2000" b="0" dirty="0" baseline="30000">
                <a:solidFill>
                  <a:srgbClr val="111111"/>
                </a:solidFill>
                <a:latin typeface="Aptos"/>
              </a:rPr>
              <a:t>[1]</a:t>
            </a:r>
            <a:endParaRPr sz="3000" b="1" dirty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208" name="Poster diagram 208">
            <a:extLst>
              <a:ext uri="{FF2B5EF4-FFF2-40B4-BE49-F238E27FC236}">
                <a16:creationId xmlns:a16="http://schemas.microsoft.com/office/drawing/2014/main" id="{FAA325B6-AF3F-4391-B001-5CEA6C0D3BA1}"/>
              </a:ext>
            </a:extLst>
          </p:cNvPr>
          <p:cNvSpPr>
            <a:spLocks noGrp="1"/>
          </p:cNvSpPr>
          <p:nvPr/>
        </p:nvSpPr>
        <p:spPr>
          <a:xfrm>
            <a:off x="1645920" y="17788070"/>
            <a:ext cx="8308238" cy="2202048"/>
          </a:xfrm>
          <a:prstGeom prst="rect">
            <a:avLst/>
          </a:prstGeom>
          <a:solidFill>
            <a:srgbClr val="F4F0F8"/>
          </a:solidFill>
          <a:ln w="0">
            <a:noFill/>
          </a:ln>
        </p:spPr>
        <p:txBody>
          <a:bodyPr lIns="114300" tIns="76200" rIns="114300" bIns="76200" anchor="ctr"/>
          <a:lstStyle>
            <a:defPPr algn="ctr">
              <a:defRPr sz="27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2700" b="0">
                <a:solidFill>
                  <a:srgbClr val="111111"/>
                </a:solidFill>
                <a:latin typeface="Aptos"/>
              </a:defRPr>
            </a:pPr>
            <a:r>
              <a:rPr sz="2700" b="0" dirty="0">
                <a:solidFill>
                  <a:srgbClr val="111111"/>
                </a:solidFill>
                <a:latin typeface="Aptos"/>
              </a:rPr>
              <a:t>14 additional</a:t>
            </a:r>
          </a:p>
          <a:p>
            <a:pPr algn="ctr">
              <a:defRPr sz="2700" b="0">
                <a:solidFill>
                  <a:srgbClr val="111111"/>
                </a:solidFill>
                <a:latin typeface="Aptos"/>
              </a:defRPr>
            </a:pPr>
            <a:r>
              <a:rPr sz="2700" b="0" dirty="0">
                <a:solidFill>
                  <a:srgbClr val="111111"/>
                </a:solidFill>
                <a:latin typeface="Aptos"/>
              </a:rPr>
              <a:t>7 masses with uncertain line origins, assuming gas orbiting the black hole</a:t>
            </a:r>
          </a:p>
          <a:p>
            <a:pPr algn="ctr">
              <a:defRPr sz="2700" b="0">
                <a:solidFill>
                  <a:srgbClr val="111111"/>
                </a:solidFill>
                <a:latin typeface="Aptos"/>
              </a:defRPr>
            </a:pPr>
            <a:r>
              <a:rPr sz="2700" b="0" dirty="0">
                <a:solidFill>
                  <a:srgbClr val="111111"/>
                </a:solidFill>
                <a:latin typeface="Aptos"/>
              </a:rPr>
              <a:t>6 tentative broad-line detections</a:t>
            </a:r>
          </a:p>
          <a:p>
            <a:pPr algn="ctr">
              <a:defRPr sz="2700" b="0">
                <a:solidFill>
                  <a:srgbClr val="111111"/>
                </a:solidFill>
                <a:latin typeface="Aptos"/>
              </a:defRPr>
            </a:pPr>
            <a:r>
              <a:rPr sz="2700" b="0" dirty="0">
                <a:solidFill>
                  <a:srgbClr val="111111"/>
                </a:solidFill>
                <a:latin typeface="Aptos"/>
              </a:rPr>
              <a:t>GN-z11: ultraviolet-line mass </a:t>
            </a:r>
            <a:r>
              <a:rPr sz="1800" b="0" dirty="0" baseline="30000">
                <a:solidFill>
                  <a:srgbClr val="111111"/>
                </a:solidFill>
                <a:latin typeface="Aptos"/>
              </a:rPr>
              <a:t>[2]</a:t>
            </a:r>
          </a:p>
        </p:txBody>
      </p:sp>
      <p:sp>
        <p:nvSpPr>
          <p:cNvPr id="209" name="Poster diagram 209">
            <a:extLst>
              <a:ext uri="{FF2B5EF4-FFF2-40B4-BE49-F238E27FC236}">
                <a16:creationId xmlns:a16="http://schemas.microsoft.com/office/drawing/2014/main" id="{67E72EF7-28FB-420D-A9DC-6606EEB93072}"/>
              </a:ext>
            </a:extLst>
          </p:cNvPr>
          <p:cNvSpPr>
            <a:spLocks noGrp="1"/>
          </p:cNvSpPr>
          <p:nvPr/>
        </p:nvSpPr>
        <p:spPr>
          <a:xfrm>
            <a:off x="10548518" y="15481822"/>
            <a:ext cx="4904842" cy="4709160"/>
          </a:xfrm>
          <a:prstGeom prst="rect">
            <a:avLst/>
          </a:prstGeom>
          <a:solidFill>
            <a:srgbClr val="F5F5F5"/>
          </a:solidFill>
          <a:ln w="17145">
            <a:solidFill>
              <a:srgbClr val="AAAEB3"/>
            </a:solidFill>
          </a:ln>
        </p:spPr>
        <p:txBody>
          <a:bodyPr lIns="114300" tIns="76200" rIns="114300" bIns="76200" anchor="ctr"/>
          <a:lstStyle>
            <a:defPPr algn="ctr">
              <a:defRPr sz="29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Outside the</a:t>
            </a: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growth sample</a:t>
            </a:r>
          </a:p>
          <a:p>
            <a:endParaRPr sz="2900" b="0" dirty="0">
              <a:solidFill>
                <a:srgbClr val="111111"/>
              </a:solidFill>
              <a:latin typeface="Aptos"/>
            </a:endParaRP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98 without an</a:t>
            </a: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eligible mass</a:t>
            </a:r>
          </a:p>
          <a:p>
            <a:endParaRPr sz="2900" b="0" dirty="0">
              <a:solidFill>
                <a:srgbClr val="111111"/>
              </a:solidFill>
              <a:latin typeface="Aptos"/>
            </a:endParaRP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6 with uncertain</a:t>
            </a: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identity</a:t>
            </a:r>
          </a:p>
        </p:txBody>
      </p:sp>
      <p:sp>
        <p:nvSpPr>
          <p:cNvPr id="210" name="Poster diagram 210">
            <a:extLst>
              <a:ext uri="{FF2B5EF4-FFF2-40B4-BE49-F238E27FC236}">
                <a16:creationId xmlns:a16="http://schemas.microsoft.com/office/drawing/2014/main" id="{7A12F45B-766A-479C-A513-DC305E768B18}"/>
              </a:ext>
            </a:extLst>
          </p:cNvPr>
          <p:cNvSpPr>
            <a:spLocks noGrp="1"/>
          </p:cNvSpPr>
          <p:nvPr/>
        </p:nvSpPr>
        <p:spPr>
          <a:xfrm>
            <a:off x="1463040" y="25086669"/>
            <a:ext cx="14173200" cy="1051560"/>
          </a:xfrm>
          <a:prstGeom prst="rect">
            <a:avLst/>
          </a:prstGeom>
          <a:noFill/>
          <a:ln w="0">
            <a:noFill/>
          </a:ln>
        </p:spPr>
        <p:txBody>
          <a:bodyPr lIns="114300" tIns="76200" rIns="114300" bIns="76200" anchor="ctr"/>
          <a:lstStyle>
            <a:defPPr algn="ctr">
              <a:defRPr sz="3000" b="1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000" b="1">
                <a:solidFill>
                  <a:srgbClr val="111111"/>
                </a:solidFill>
                <a:latin typeface="Aptos"/>
              </a:defRPr>
            </a:pPr>
            <a:r>
              <a:rPr sz="3000" b="1" dirty="0">
                <a:solidFill>
                  <a:srgbClr val="111111"/>
                </a:solidFill>
                <a:latin typeface="Aptos"/>
              </a:rPr>
              <a:t>Standardized mass, redshift and reported errors</a:t>
            </a:r>
            <a:r>
              <a:rPr lang="en-CA" sz="3000" b="1" dirty="0">
                <a:solidFill>
                  <a:srgbClr val="111111"/>
                </a:solidFill>
                <a:latin typeface="Aptos"/>
              </a:rPr>
              <a:t>;</a:t>
            </a:r>
            <a:endParaRPr sz="3000" b="1" dirty="0">
              <a:solidFill>
                <a:srgbClr val="111111"/>
              </a:solidFill>
              <a:latin typeface="Aptos"/>
            </a:endParaRPr>
          </a:p>
          <a:p>
            <a:pPr algn="ctr">
              <a:defRPr sz="3000" b="1">
                <a:solidFill>
                  <a:srgbClr val="111111"/>
                </a:solidFill>
                <a:latin typeface="Aptos"/>
              </a:defRPr>
            </a:pPr>
            <a:r>
              <a:rPr sz="3000" b="1" dirty="0">
                <a:solidFill>
                  <a:srgbClr val="111111"/>
                </a:solidFill>
                <a:latin typeface="Aptos"/>
              </a:rPr>
              <a:t>Checked identity, adopted one mass per object, retained alternatives</a:t>
            </a:r>
          </a:p>
        </p:txBody>
      </p:sp>
      <p:sp>
        <p:nvSpPr>
          <p:cNvPr id="211" name="Poster diagram 211">
            <a:extLst>
              <a:ext uri="{FF2B5EF4-FFF2-40B4-BE49-F238E27FC236}">
                <a16:creationId xmlns:a16="http://schemas.microsoft.com/office/drawing/2014/main" id="{7CA63206-32AF-4739-9D5D-3109B2CFE243}"/>
              </a:ext>
            </a:extLst>
          </p:cNvPr>
          <p:cNvSpPr>
            <a:spLocks noGrp="1"/>
          </p:cNvSpPr>
          <p:nvPr/>
        </p:nvSpPr>
        <p:spPr>
          <a:xfrm>
            <a:off x="4695444" y="26183949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Poster diagram 212">
            <a:extLst>
              <a:ext uri="{FF2B5EF4-FFF2-40B4-BE49-F238E27FC236}">
                <a16:creationId xmlns:a16="http://schemas.microsoft.com/office/drawing/2014/main" id="{F0E4059E-8B12-4811-AB13-DD1F53C26AA3}"/>
              </a:ext>
            </a:extLst>
          </p:cNvPr>
          <p:cNvSpPr>
            <a:spLocks noGrp="1"/>
          </p:cNvSpPr>
          <p:nvPr/>
        </p:nvSpPr>
        <p:spPr>
          <a:xfrm>
            <a:off x="12056364" y="26183949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Poster diagram 213">
            <a:extLst>
              <a:ext uri="{FF2B5EF4-FFF2-40B4-BE49-F238E27FC236}">
                <a16:creationId xmlns:a16="http://schemas.microsoft.com/office/drawing/2014/main" id="{58F78FE0-91A9-45C2-B422-70C8CA0D6647}"/>
              </a:ext>
            </a:extLst>
          </p:cNvPr>
          <p:cNvSpPr>
            <a:spLocks noGrp="1"/>
          </p:cNvSpPr>
          <p:nvPr/>
        </p:nvSpPr>
        <p:spPr>
          <a:xfrm>
            <a:off x="1463040" y="26659437"/>
            <a:ext cx="6812280" cy="914400"/>
          </a:xfrm>
          <a:prstGeom prst="rect">
            <a:avLst/>
          </a:prstGeom>
          <a:solidFill>
            <a:srgbClr val="F1F4F7"/>
          </a:solidFill>
          <a:ln w="17145">
            <a:solidFill>
              <a:srgbClr val="526477"/>
            </a:solidFill>
          </a:ln>
        </p:spPr>
        <p:txBody>
          <a:bodyPr lIns="114300" tIns="76200" rIns="114300" bIns="76200" anchor="ctr"/>
          <a:lstStyle>
            <a:defPPr algn="ctr">
              <a:defRPr sz="30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000" b="0">
                <a:solidFill>
                  <a:srgbClr val="111111"/>
                </a:solidFill>
                <a:latin typeface="Aptos"/>
              </a:defRPr>
            </a:pPr>
            <a:r>
              <a:rPr sz="3000" b="0">
                <a:solidFill>
                  <a:srgbClr val="111111"/>
                </a:solidFill>
                <a:latin typeface="Aptos"/>
              </a:rPr>
              <a:t>Central mass estimate</a:t>
            </a:r>
          </a:p>
        </p:txBody>
      </p:sp>
      <p:sp>
        <p:nvSpPr>
          <p:cNvPr id="214" name="Poster diagram 214">
            <a:extLst>
              <a:ext uri="{FF2B5EF4-FFF2-40B4-BE49-F238E27FC236}">
                <a16:creationId xmlns:a16="http://schemas.microsoft.com/office/drawing/2014/main" id="{E0DF1478-840F-4BDD-B29E-A5B229B3783E}"/>
              </a:ext>
            </a:extLst>
          </p:cNvPr>
          <p:cNvSpPr>
            <a:spLocks noGrp="1"/>
          </p:cNvSpPr>
          <p:nvPr/>
        </p:nvSpPr>
        <p:spPr>
          <a:xfrm>
            <a:off x="8823960" y="26659437"/>
            <a:ext cx="6812280" cy="914400"/>
          </a:xfrm>
          <a:prstGeom prst="rect">
            <a:avLst/>
          </a:prstGeom>
          <a:solidFill>
            <a:srgbClr val="F1F4F7"/>
          </a:solidFill>
          <a:ln w="17145">
            <a:solidFill>
              <a:srgbClr val="526477"/>
            </a:solidFill>
          </a:ln>
        </p:spPr>
        <p:txBody>
          <a:bodyPr lIns="114300" tIns="76200" rIns="114300" bIns="76200" anchor="ctr"/>
          <a:lstStyle>
            <a:defPPr algn="ctr">
              <a:defRPr sz="28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2800" b="0">
                <a:solidFill>
                  <a:srgbClr val="111111"/>
                </a:solidFill>
                <a:latin typeface="Aptos"/>
              </a:defRPr>
            </a:pPr>
            <a:r>
              <a:rPr sz="2800" b="0">
                <a:solidFill>
                  <a:srgbClr val="111111"/>
                </a:solidFill>
                <a:latin typeface="Aptos"/>
              </a:rPr>
              <a:t>10,000 mass-error draws</a:t>
            </a:r>
          </a:p>
          <a:p>
            <a:pPr algn="ctr">
              <a:defRPr sz="2800" b="0">
                <a:solidFill>
                  <a:srgbClr val="111111"/>
                </a:solidFill>
                <a:latin typeface="Aptos"/>
              </a:defRPr>
            </a:pPr>
            <a:r>
              <a:rPr sz="2800" b="0">
                <a:solidFill>
                  <a:srgbClr val="111111"/>
                </a:solidFill>
                <a:latin typeface="Aptos"/>
              </a:rPr>
              <a:t>per object with reported errors</a:t>
            </a:r>
          </a:p>
        </p:txBody>
      </p:sp>
      <p:sp>
        <p:nvSpPr>
          <p:cNvPr id="215" name="Poster diagram 215">
            <a:extLst>
              <a:ext uri="{FF2B5EF4-FFF2-40B4-BE49-F238E27FC236}">
                <a16:creationId xmlns:a16="http://schemas.microsoft.com/office/drawing/2014/main" id="{F3106931-3BF4-4F12-9726-6C63FA258C0A}"/>
              </a:ext>
            </a:extLst>
          </p:cNvPr>
          <p:cNvSpPr>
            <a:spLocks noGrp="1"/>
          </p:cNvSpPr>
          <p:nvPr/>
        </p:nvSpPr>
        <p:spPr>
          <a:xfrm>
            <a:off x="4695444" y="27710997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Poster diagram 216">
            <a:extLst>
              <a:ext uri="{FF2B5EF4-FFF2-40B4-BE49-F238E27FC236}">
                <a16:creationId xmlns:a16="http://schemas.microsoft.com/office/drawing/2014/main" id="{336C5316-EC48-42CE-8537-8453628B7D8C}"/>
              </a:ext>
            </a:extLst>
          </p:cNvPr>
          <p:cNvSpPr>
            <a:spLocks noGrp="1"/>
          </p:cNvSpPr>
          <p:nvPr/>
        </p:nvSpPr>
        <p:spPr>
          <a:xfrm>
            <a:off x="12056364" y="27710997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oster diagram 217">
            <a:extLst>
              <a:ext uri="{FF2B5EF4-FFF2-40B4-BE49-F238E27FC236}">
                <a16:creationId xmlns:a16="http://schemas.microsoft.com/office/drawing/2014/main" id="{971DBA1A-D2E6-408F-AF7C-16AF667673EA}"/>
              </a:ext>
            </a:extLst>
          </p:cNvPr>
          <p:cNvSpPr>
            <a:spLocks noGrp="1"/>
          </p:cNvSpPr>
          <p:nvPr/>
        </p:nvSpPr>
        <p:spPr>
          <a:xfrm>
            <a:off x="1463040" y="28213917"/>
            <a:ext cx="14173200" cy="2057400"/>
          </a:xfrm>
          <a:prstGeom prst="rect">
            <a:avLst/>
          </a:prstGeom>
          <a:solidFill>
            <a:srgbClr val="EAF1F8"/>
          </a:solidFill>
          <a:ln w="17145">
            <a:solidFill>
              <a:srgbClr val="073463"/>
            </a:solidFill>
          </a:ln>
        </p:spPr>
        <p:txBody>
          <a:bodyPr lIns="114300" tIns="76200" rIns="114300" bIns="76200" anchor="t"/>
          <a:lstStyle>
            <a:defPPr algn="ctr">
              <a:defRPr sz="3100" b="1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100" b="1">
                <a:solidFill>
                  <a:srgbClr val="111111"/>
                </a:solidFill>
                <a:latin typeface="Aptos"/>
              </a:defRPr>
            </a:pPr>
            <a:r>
              <a:rPr sz="3100" b="1">
                <a:solidFill>
                  <a:srgbClr val="111111"/>
                </a:solidFill>
                <a:latin typeface="Aptos"/>
              </a:rPr>
              <a:t>Calculated the required lifetime-average</a:t>
            </a:r>
          </a:p>
          <a:p>
            <a:pPr algn="ctr">
              <a:defRPr sz="3100" b="1">
                <a:solidFill>
                  <a:srgbClr val="111111"/>
                </a:solidFill>
                <a:latin typeface="Aptos"/>
              </a:defRPr>
            </a:pPr>
            <a:r>
              <a:rPr sz="3100" b="1">
                <a:solidFill>
                  <a:srgbClr val="111111"/>
                </a:solidFill>
                <a:latin typeface="Aptos"/>
              </a:rPr>
              <a:t>Eddington ratio, including inactive periods </a:t>
            </a:r>
            <a:r>
              <a:rPr sz="2067" b="0" baseline="30000">
                <a:solidFill>
                  <a:srgbClr val="111111"/>
                </a:solidFill>
                <a:latin typeface="Aptos"/>
              </a:rPr>
              <a:t>[3]</a:t>
            </a:r>
          </a:p>
        </p:txBody>
      </p:sp>
      <p:sp>
        <p:nvSpPr>
          <p:cNvPr id="218" name="Poster diagram 218">
            <a:extLst>
              <a:ext uri="{FF2B5EF4-FFF2-40B4-BE49-F238E27FC236}">
                <a16:creationId xmlns:a16="http://schemas.microsoft.com/office/drawing/2014/main" id="{C320C512-3791-4B48-9B61-7FD45A4601D4}"/>
              </a:ext>
            </a:extLst>
          </p:cNvPr>
          <p:cNvSpPr>
            <a:spLocks noGrp="1"/>
          </p:cNvSpPr>
          <p:nvPr/>
        </p:nvSpPr>
        <p:spPr>
          <a:xfrm>
            <a:off x="1463040" y="29311197"/>
            <a:ext cx="14173200" cy="914400"/>
          </a:xfrm>
          <a:prstGeom prst="rect">
            <a:avLst/>
          </a:prstGeom>
          <a:noFill/>
          <a:ln w="0">
            <a:noFill/>
          </a:ln>
        </p:spPr>
        <p:txBody>
          <a:bodyPr lIns="114300" tIns="76200" rIns="114300" bIns="76200" anchor="ctr"/>
          <a:lstStyle>
            <a:defPPr algn="ctr">
              <a:defRPr sz="30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3000" b="0">
                <a:solidFill>
                  <a:srgbClr val="111111"/>
                </a:solidFill>
                <a:latin typeface="Aptos"/>
              </a:defRPr>
            </a:pPr>
            <a:r>
              <a:rPr sz="3000" b="0" dirty="0">
                <a:solidFill>
                  <a:srgbClr val="111111"/>
                </a:solidFill>
                <a:latin typeface="Aptos"/>
              </a:rPr>
              <a:t>Reference: 100 M⊙ seeds at z = 30</a:t>
            </a:r>
          </a:p>
          <a:p>
            <a:pPr algn="ctr">
              <a:defRPr sz="3000" b="0">
                <a:solidFill>
                  <a:srgbClr val="111111"/>
                </a:solidFill>
                <a:latin typeface="Aptos"/>
              </a:defRPr>
            </a:pPr>
            <a:r>
              <a:rPr sz="3000" b="0" dirty="0" err="1">
                <a:solidFill>
                  <a:srgbClr val="111111"/>
                </a:solidFill>
                <a:latin typeface="Aptos"/>
              </a:rPr>
              <a:t>ε</a:t>
            </a:r>
            <a:r>
              <a:rPr sz="3000" b="0" dirty="0">
                <a:solidFill>
                  <a:srgbClr val="111111"/>
                </a:solidFill>
                <a:latin typeface="Aptos"/>
              </a:rPr>
              <a:t> = 0.1, no mergers</a:t>
            </a:r>
          </a:p>
        </p:txBody>
      </p:sp>
      <p:sp>
        <p:nvSpPr>
          <p:cNvPr id="219" name="Poster diagram 219">
            <a:extLst>
              <a:ext uri="{FF2B5EF4-FFF2-40B4-BE49-F238E27FC236}">
                <a16:creationId xmlns:a16="http://schemas.microsoft.com/office/drawing/2014/main" id="{A3C5BCD3-C05E-4CC3-AF1A-0840F4394EE3}"/>
              </a:ext>
            </a:extLst>
          </p:cNvPr>
          <p:cNvSpPr>
            <a:spLocks noGrp="1"/>
          </p:cNvSpPr>
          <p:nvPr/>
        </p:nvSpPr>
        <p:spPr>
          <a:xfrm>
            <a:off x="4695444" y="30371901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Poster diagram 220">
            <a:extLst>
              <a:ext uri="{FF2B5EF4-FFF2-40B4-BE49-F238E27FC236}">
                <a16:creationId xmlns:a16="http://schemas.microsoft.com/office/drawing/2014/main" id="{8529AA9E-ACC8-495E-8075-1D2F4EF9602E}"/>
              </a:ext>
            </a:extLst>
          </p:cNvPr>
          <p:cNvSpPr>
            <a:spLocks noGrp="1"/>
          </p:cNvSpPr>
          <p:nvPr/>
        </p:nvSpPr>
        <p:spPr>
          <a:xfrm>
            <a:off x="12056364" y="30371901"/>
            <a:ext cx="347472" cy="329184"/>
          </a:xfrm>
          <a:prstGeom prst="downArrow">
            <a:avLst/>
          </a:prstGeom>
          <a:solidFill>
            <a:srgbClr val="52647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Poster diagram 221">
            <a:extLst>
              <a:ext uri="{FF2B5EF4-FFF2-40B4-BE49-F238E27FC236}">
                <a16:creationId xmlns:a16="http://schemas.microsoft.com/office/drawing/2014/main" id="{03BB0CC6-89F0-4BB8-91C2-A18697FB4691}"/>
              </a:ext>
            </a:extLst>
          </p:cNvPr>
          <p:cNvSpPr>
            <a:spLocks noGrp="1"/>
          </p:cNvSpPr>
          <p:nvPr/>
        </p:nvSpPr>
        <p:spPr>
          <a:xfrm>
            <a:off x="1463040" y="30847389"/>
            <a:ext cx="6812280" cy="1143000"/>
          </a:xfrm>
          <a:prstGeom prst="rect">
            <a:avLst/>
          </a:prstGeom>
          <a:solidFill>
            <a:srgbClr val="F1F4F7"/>
          </a:solidFill>
          <a:ln w="17145">
            <a:solidFill>
              <a:srgbClr val="526477"/>
            </a:solidFill>
          </a:ln>
        </p:spPr>
        <p:txBody>
          <a:bodyPr lIns="114300" tIns="76200" rIns="114300" bIns="76200" anchor="ctr"/>
          <a:lstStyle>
            <a:defPPr algn="ctr">
              <a:defRPr sz="29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Ranked central estimates</a:t>
            </a: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Compared required average with 1</a:t>
            </a:r>
          </a:p>
        </p:txBody>
      </p:sp>
      <p:sp>
        <p:nvSpPr>
          <p:cNvPr id="222" name="Poster diagram 222">
            <a:extLst>
              <a:ext uri="{FF2B5EF4-FFF2-40B4-BE49-F238E27FC236}">
                <a16:creationId xmlns:a16="http://schemas.microsoft.com/office/drawing/2014/main" id="{28773224-ED00-4347-B2C6-7FB30A5D9C9B}"/>
              </a:ext>
            </a:extLst>
          </p:cNvPr>
          <p:cNvSpPr>
            <a:spLocks noGrp="1"/>
          </p:cNvSpPr>
          <p:nvPr/>
        </p:nvSpPr>
        <p:spPr>
          <a:xfrm>
            <a:off x="8823960" y="30847389"/>
            <a:ext cx="6812280" cy="1143000"/>
          </a:xfrm>
          <a:prstGeom prst="rect">
            <a:avLst/>
          </a:prstGeom>
          <a:solidFill>
            <a:srgbClr val="F1F4F7"/>
          </a:solidFill>
          <a:ln w="17145">
            <a:solidFill>
              <a:srgbClr val="526477"/>
            </a:solidFill>
          </a:ln>
        </p:spPr>
        <p:txBody>
          <a:bodyPr lIns="114300" tIns="76200" rIns="114300" bIns="76200" anchor="ctr"/>
          <a:lstStyle>
            <a:defPPr algn="ctr">
              <a:defRPr sz="2900" b="0">
                <a:solidFill>
                  <a:srgbClr val="111111"/>
                </a:solidFill>
                <a:latin typeface="Aptos"/>
              </a:defRPr>
            </a:defPPr>
          </a:lstStyle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Calculated the fraction of</a:t>
            </a:r>
          </a:p>
          <a:p>
            <a:pPr algn="ctr">
              <a:defRPr sz="2900" b="0">
                <a:solidFill>
                  <a:srgbClr val="111111"/>
                </a:solidFill>
                <a:latin typeface="Aptos"/>
              </a:defRPr>
            </a:pPr>
            <a:r>
              <a:rPr sz="2900" b="0" dirty="0">
                <a:solidFill>
                  <a:srgbClr val="111111"/>
                </a:solidFill>
                <a:latin typeface="Aptos"/>
              </a:rPr>
              <a:t>mass-error draws above 1</a:t>
            </a:r>
          </a:p>
        </p:txBody>
      </p:sp>
      <p:sp>
        <p:nvSpPr>
          <p:cNvPr id="223" name="Poster diagram 223">
            <a:extLst>
              <a:ext uri="{FF2B5EF4-FFF2-40B4-BE49-F238E27FC236}">
                <a16:creationId xmlns:a16="http://schemas.microsoft.com/office/drawing/2014/main" id="{86A37956-8DA5-40AE-A03E-2CE429C5454A}"/>
              </a:ext>
            </a:extLst>
          </p:cNvPr>
          <p:cNvSpPr>
            <a:spLocks noGrp="1"/>
          </p:cNvSpPr>
          <p:nvPr/>
        </p:nvSpPr>
        <p:spPr>
          <a:xfrm>
            <a:off x="1463040" y="33147208"/>
            <a:ext cx="14173200" cy="1600200"/>
          </a:xfrm>
          <a:prstGeom prst="rect">
            <a:avLst/>
          </a:prstGeom>
          <a:noFill/>
          <a:ln w="0">
            <a:noFill/>
          </a:ln>
        </p:spPr>
        <p:txBody>
          <a:bodyPr lIns="0" tIns="27432" rIns="0" bIns="27432" anchor="t"/>
          <a:lstStyle/>
          <a:p>
            <a:pPr algn="l">
              <a:lnSpc>
                <a:spcPct val="100000"/>
              </a:lnSpc>
              <a:buNone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Uncertainty: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208 primary / 222 expanded objects. The other 12 enter central-mass tests only. Reported errors may omit calibration scatter.</a:t>
            </a:r>
            <a:r>
              <a:rPr lang="en-CA" sz="2200" b="0" dirty="0" baseline="30000">
                <a:solidFill>
                  <a:srgbClr val="000000"/>
                </a:solidFill>
                <a:latin typeface="Aptos"/>
              </a:rPr>
              <a:t>[1]</a:t>
            </a:r>
          </a:p>
        </p:txBody>
      </p:sp>
      <p:sp>
        <p:nvSpPr>
          <p:cNvPr id="224" name="Poster diagram 224">
            <a:extLst>
              <a:ext uri="{FF2B5EF4-FFF2-40B4-BE49-F238E27FC236}">
                <a16:creationId xmlns:a16="http://schemas.microsoft.com/office/drawing/2014/main" id="{39DA12D1-0D37-445A-9028-17994BB6BD07}"/>
              </a:ext>
            </a:extLst>
          </p:cNvPr>
          <p:cNvSpPr>
            <a:spLocks noGrp="1"/>
          </p:cNvSpPr>
          <p:nvPr/>
        </p:nvSpPr>
        <p:spPr>
          <a:xfrm>
            <a:off x="1371600" y="35148661"/>
            <a:ext cx="14173200" cy="1600200"/>
          </a:xfrm>
          <a:prstGeom prst="rect">
            <a:avLst/>
          </a:prstGeom>
          <a:noFill/>
          <a:ln w="0">
            <a:noFill/>
          </a:ln>
        </p:spPr>
        <p:txBody>
          <a:bodyPr lIns="0" tIns="27432" rIns="0" bIns="27432" anchor="t"/>
          <a:lstStyle/>
          <a:p>
            <a:pPr algn="l">
              <a:lnSpc>
                <a:spcPct val="100000"/>
              </a:lnSpc>
              <a:buNone/>
            </a:pPr>
            <a:r>
              <a:rPr lang="en-CA" sz="3300" b="1" dirty="0">
                <a:solidFill>
                  <a:srgbClr val="000000"/>
                </a:solidFill>
                <a:latin typeface="Aptos"/>
              </a:rPr>
              <a:t>Earlier onset: </a:t>
            </a:r>
            <a:r>
              <a:rPr lang="en-CA" sz="3300" b="0" dirty="0">
                <a:solidFill>
                  <a:srgbClr val="000000"/>
                </a:solidFill>
                <a:latin typeface="Aptos"/>
              </a:rPr>
              <a:t>Solved minimum seed masses for 4 targets at start redshifts 20–3,400. Included radiation in cosmic ages and assumed gas was available.</a:t>
            </a:r>
          </a:p>
        </p:txBody>
      </p:sp>
      <p:sp>
        <p:nvSpPr>
          <p:cNvPr id="3" name="Efficiency comparison heading">
            <a:extLst>
              <a:ext uri="{FF2B5EF4-FFF2-40B4-BE49-F238E27FC236}">
                <a16:creationId xmlns:a16="http://schemas.microsoft.com/office/drawing/2014/main" id="{9C7CDCE8-5361-4FEF-24D8-015D90D4280A}"/>
              </a:ext>
            </a:extLst>
          </p:cNvPr>
          <p:cNvSpPr>
            <a:spLocks noGrp="1"/>
          </p:cNvSpPr>
          <p:nvPr/>
        </p:nvSpPr>
        <p:spPr>
          <a:xfrm>
            <a:off x="1645920" y="11771027"/>
            <a:ext cx="1435608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lang="en-CA" sz="3600" b="1" dirty="0">
                <a:solidFill>
                  <a:srgbClr val="002A5C"/>
                </a:solidFill>
                <a:latin typeface="Aptos"/>
              </a:rPr>
              <a:t>Catalogue creation and sampling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</TotalTime>
  <Words>882</Words>
  <Application>Microsoft Macintosh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 Early Black-Hole Growth
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2026-10-14T20:17:22Z</dcterms:modified>
</cp:coreProperties>
</file>