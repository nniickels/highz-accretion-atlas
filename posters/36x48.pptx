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1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/>
    <p:restoredTop sz="94701"/>
  </p:normalViewPr>
  <p:slideViewPr>
    <p:cSldViewPr snapToGrid="0">
      <p:cViewPr>
        <p:scale>
          <a:sx n="82" d="100"/>
          <a:sy n="82" d="100"/>
        </p:scale>
        <p:origin x="296" y="-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5T05:12:53.627" v="3358" actId="14100"/>
      <pc:docMkLst>
        <pc:docMk/>
      </pc:docMkLst>
      <pc:sldChg chg="addSp delSp modSp del mod">
        <pc:chgData name="Nicole Jiang" userId="09ef0fc0f6f473b5" providerId="LiveId" clId="{EB8F4A53-0964-5BF1-90AD-931457E28E1A}" dt="2026-10-14T20:17:12.227" v="2827" actId="2696"/>
        <pc:sldMkLst>
          <pc:docMk/>
          <pc:sldMk cId="868487171" sldId="260"/>
        </pc:sldMkLst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</pc:sldChg>
      <pc:sldChg chg="addSp delSp modSp mod">
        <pc:chgData name="Nicole Jiang" userId="09ef0fc0f6f473b5" providerId="LiveId" clId="{EB8F4A53-0964-5BF1-90AD-931457E28E1A}" dt="2026-10-15T05:12:53.627" v="3358" actId="14100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9:44:29.395" v="2809" actId="113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1:51:13.591" v="2854" actId="1076"/>
          <ac:spMkLst>
            <pc:docMk/>
            <pc:sldMk cId="868487171" sldId="261"/>
            <ac:spMk id="3" creationId="{9C7CDCE8-5361-4FEF-24D8-015D90D4280A}"/>
          </ac:spMkLst>
        </pc:spChg>
        <pc:spChg chg="mod">
          <ac:chgData name="Nicole Jiang" userId="09ef0fc0f6f473b5" providerId="LiveId" clId="{EB8F4A53-0964-5BF1-90AD-931457E28E1A}" dt="2026-10-14T19:37:10.349" v="2776" actId="14100"/>
          <ac:spMkLst>
            <pc:docMk/>
            <pc:sldMk cId="868487171" sldId="261"/>
            <ac:spMk id="11" creationId="{AF7EDC07-606F-DD66-5973-0AE0D673B23B}"/>
          </ac:spMkLst>
        </pc:spChg>
        <pc:spChg chg="mod">
          <ac:chgData name="Nicole Jiang" userId="09ef0fc0f6f473b5" providerId="LiveId" clId="{EB8F4A53-0964-5BF1-90AD-931457E28E1A}" dt="2026-10-15T02:59:01.507" v="2900" actId="1076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05:12:53.627" v="3358" actId="14100"/>
          <ac:spMkLst>
            <pc:docMk/>
            <pc:sldMk cId="868487171" sldId="261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19:47:28.525" v="2819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9:45:57.461" v="2814" actId="1076"/>
          <ac:spMkLst>
            <pc:docMk/>
            <pc:sldMk cId="868487171" sldId="261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4T19:37:04.582" v="2774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5T03:51:02.451" v="3351" actId="255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4T19:37:07.538" v="2775" actId="14100"/>
          <ac:spMkLst>
            <pc:docMk/>
            <pc:sldMk cId="868487171" sldId="261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4T19:34:03.726" v="2719" actId="1076"/>
          <ac:spMkLst>
            <pc:docMk/>
            <pc:sldMk cId="868487171" sldId="261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5T03:54:00.898" v="3354" actId="1076"/>
          <ac:spMkLst>
            <pc:docMk/>
            <pc:sldMk cId="868487171" sldId="261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4T19:34:13.753" v="2720" actId="14100"/>
          <ac:spMkLst>
            <pc:docMk/>
            <pc:sldMk cId="868487171" sldId="261"/>
            <ac:spMk id="83" creationId="{7156AF1B-4C0F-9637-8495-BA5941742B85}"/>
          </ac:spMkLst>
        </pc:spChg>
        <pc:spChg chg="del">
          <ac:chgData name="Nicole Jiang" userId="09ef0fc0f6f473b5" providerId="LiveId" clId="{EB8F4A53-0964-5BF1-90AD-931457E28E1A}" dt="2026-10-14T19:45:53.892" v="2813" actId="478"/>
          <ac:spMkLst>
            <pc:docMk/>
            <pc:sldMk cId="868487171" sldId="261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0" creationId="{F979C9B9-C3CA-480F-BB52-CC7D4B02CE22}"/>
          </ac:spMkLst>
        </pc:spChg>
        <pc:spChg chg="mod">
          <ac:chgData name="Nicole Jiang" userId="09ef0fc0f6f473b5" providerId="LiveId" clId="{EB8F4A53-0964-5BF1-90AD-931457E28E1A}" dt="2026-10-14T19:36:43.521" v="2771" actId="1076"/>
          <ac:spMkLst>
            <pc:docMk/>
            <pc:sldMk cId="868487171" sldId="261"/>
            <ac:spMk id="201" creationId="{A5654399-0386-420B-B69B-49326884E1BD}"/>
          </ac:spMkLst>
        </pc:spChg>
        <pc:spChg chg="mod">
          <ac:chgData name="Nicole Jiang" userId="09ef0fc0f6f473b5" providerId="LiveId" clId="{EB8F4A53-0964-5BF1-90AD-931457E28E1A}" dt="2026-10-14T19:36:46.392" v="2772" actId="1076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5" creationId="{B0440D7D-E739-420F-ABED-4E5D214838EC}"/>
          </ac:spMkLst>
        </pc:spChg>
        <pc:spChg chg="mod">
          <ac:chgData name="Nicole Jiang" userId="09ef0fc0f6f473b5" providerId="LiveId" clId="{EB8F4A53-0964-5BF1-90AD-931457E28E1A}" dt="2026-10-14T20:15:48.652" v="2826" actId="20577"/>
          <ac:spMkLst>
            <pc:docMk/>
            <pc:sldMk cId="868487171" sldId="261"/>
            <ac:spMk id="207" creationId="{0810806D-B188-4E18-8185-C1F9716B0663}"/>
          </ac:spMkLst>
        </pc:spChg>
        <pc:spChg chg="mod">
          <ac:chgData name="Nicole Jiang" userId="09ef0fc0f6f473b5" providerId="LiveId" clId="{EB8F4A53-0964-5BF1-90AD-931457E28E1A}" dt="2026-10-15T01:40:30.896" v="2846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03:33:49.879" v="3312" actId="12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4T19:33:10.244" v="2714" actId="20577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211" creationId="{7CA63206-32AF-4739-9D5D-3109B2CFE24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5" creationId="{F3106931-3BF4-4F12-9726-6C63FA258C0A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8" creationId="{C320C512-3791-4B48-9B61-7FD45A4601D4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2:21.472" v="2853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23" creationId="{86A37956-8DA5-40AE-A03E-2CE429C5454A}"/>
          </ac:spMkLst>
        </pc:spChg>
        <pc:spChg chg="mod">
          <ac:chgData name="Nicole Jiang" userId="09ef0fc0f6f473b5" providerId="LiveId" clId="{EB8F4A53-0964-5BF1-90AD-931457E28E1A}" dt="2026-10-14T19:33:45.038" v="2717" actId="1076"/>
          <ac:spMkLst>
            <pc:docMk/>
            <pc:sldMk cId="868487171" sldId="261"/>
            <ac:spMk id="224" creationId="{39DA12D1-0D37-445A-9028-17994BB6BD07}"/>
          </ac:spMkLst>
        </pc:spChg>
        <pc:picChg chg="mod modCrop">
          <ac:chgData name="Nicole Jiang" userId="09ef0fc0f6f473b5" providerId="LiveId" clId="{EB8F4A53-0964-5BF1-90AD-931457E28E1A}" dt="2026-10-14T19:45:30.344" v="2812" actId="732"/>
          <ac:picMkLst>
            <pc:docMk/>
            <pc:sldMk cId="868487171" sldId="261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4T20:14:50.438" v="2822" actId="1076"/>
          <ac:picMkLst>
            <pc:docMk/>
            <pc:sldMk cId="868487171" sldId="261"/>
            <ac:picMk id="14" creationId="{C3CA3027-10C5-D39A-05B0-82DB2540F9D3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0" y="2197050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292608" y="-106306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0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>
                <a:latin typeface="Aptos"/>
              </a:rPr>
              <a:t>[1]</a:t>
            </a:r>
            <a:r>
              <a:rPr lang="en-CA" sz="3300" b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463040" y="20785342"/>
            <a:ext cx="13990320" cy="411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2719085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92152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7099280" y="37166215"/>
            <a:ext cx="14538960" cy="60170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solidFill>
                <a:srgbClr val="000000"/>
              </a:solidFill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921521"/>
            <a:ext cx="15453360" cy="751247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7796815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748025" y="39376529"/>
            <a:ext cx="1305459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7811595"/>
            <a:ext cx="15087600" cy="5622405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/>
          <a:stretch>
            <a:fillRect/>
          </a:stretch>
        </p:blipFill>
        <p:spPr>
          <a:xfrm>
            <a:off x="17349367" y="12042092"/>
            <a:ext cx="13648793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434572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30083074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371600" y="24068625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471598" y="12390206"/>
            <a:ext cx="13990320" cy="11430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309610" y="1341221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463040" y="13858659"/>
            <a:ext cx="1399032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626303" y="14997396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827203" y="1497890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463040" y="15472678"/>
            <a:ext cx="8673998" cy="470916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517904" y="15554974"/>
            <a:ext cx="8564270" cy="8229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645920" y="16320217"/>
            <a:ext cx="8308238" cy="1261872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645920" y="17788070"/>
            <a:ext cx="8308238" cy="2202048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lang="en-CA" sz="2700" b="0" dirty="0">
                <a:solidFill>
                  <a:srgbClr val="111111"/>
                </a:solidFill>
                <a:latin typeface="Aptos"/>
              </a:rPr>
              <a:t> </a:t>
            </a: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548518" y="15481822"/>
            <a:ext cx="4904842" cy="470916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  <a:endParaRPr lang="en-CA" sz="290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endParaRPr lang="en-CA"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463040" y="25086669"/>
            <a:ext cx="1417320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695444" y="26183949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2056364" y="26183949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463040" y="26659437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823960" y="26659437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695444" y="27710997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2056364" y="27710997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463040" y="28213917"/>
            <a:ext cx="1417320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463040" y="29311197"/>
            <a:ext cx="1417320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695444" y="30371901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2056364" y="30371901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463040" y="30847389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823960" y="30847389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463040" y="33147208"/>
            <a:ext cx="141732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208 primary / 222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71600" y="35148661"/>
            <a:ext cx="141732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1371600" y="11668069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440</TotalTime>
  <Words>1128</Words>
  <Application>Microsoft Macintosh PowerPoint</Application>
  <PresentationFormat>Custom</PresentationFormat>
  <Paragraphs>72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2026-10-15T05:12:55Z</dcterms:modified>
</cp:coreProperties>
</file>