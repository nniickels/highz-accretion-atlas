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2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708"/>
    <p:restoredTop sz="94701"/>
  </p:normalViewPr>
  <p:slideViewPr>
    <p:cSldViewPr snapToGrid="0">
      <p:cViewPr>
        <p:scale>
          <a:sx n="42" d="100"/>
          <a:sy n="42" d="100"/>
        </p:scale>
        <p:origin x="-968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6T03:55:09.242" v="3398" actId="2696"/>
      <pc:docMkLst>
        <pc:docMk/>
      </pc:docMkLst>
      <pc:sldChg chg="addSp delSp modSp del mod">
        <pc:chgData name="Nicole Jiang" userId="09ef0fc0f6f473b5" providerId="LiveId" clId="{EB8F4A53-0964-5BF1-90AD-931457E28E1A}" dt="2026-10-16T03:55:09.242" v="3398" actId="2696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9:44:29.395" v="2809" actId="113"/>
          <ac:spMkLst>
            <pc:docMk/>
            <pc:sldMk cId="868487171" sldId="261"/>
            <ac:spMk id="2" creationId="{6F669F8B-BE33-0C82-515C-AF8D3B759FB3}"/>
          </ac:spMkLst>
        </pc:spChg>
        <pc:spChg chg="add mod">
          <ac:chgData name="Nicole Jiang" userId="09ef0fc0f6f473b5" providerId="LiveId" clId="{EB8F4A53-0964-5BF1-90AD-931457E28E1A}" dt="2026-10-15T01:51:13.591" v="2854" actId="1076"/>
          <ac:spMkLst>
            <pc:docMk/>
            <pc:sldMk cId="868487171" sldId="261"/>
            <ac:spMk id="3" creationId="{9C7CDCE8-5361-4FEF-24D8-015D90D4280A}"/>
          </ac:spMkLst>
        </pc:spChg>
        <pc:spChg chg="mod">
          <ac:chgData name="Nicole Jiang" userId="09ef0fc0f6f473b5" providerId="LiveId" clId="{EB8F4A53-0964-5BF1-90AD-931457E28E1A}" dt="2026-10-15T19:28:07.346" v="3360" actId="14100"/>
          <ac:spMkLst>
            <pc:docMk/>
            <pc:sldMk cId="868487171" sldId="261"/>
            <ac:spMk id="7" creationId="{3AC78928-AF13-E1B9-F802-F1FD39D07D33}"/>
          </ac:spMkLst>
        </pc:spChg>
        <pc:spChg chg="mod">
          <ac:chgData name="Nicole Jiang" userId="09ef0fc0f6f473b5" providerId="LiveId" clId="{EB8F4A53-0964-5BF1-90AD-931457E28E1A}" dt="2026-10-15T19:28:14.983" v="3361" actId="14100"/>
          <ac:spMkLst>
            <pc:docMk/>
            <pc:sldMk cId="868487171" sldId="261"/>
            <ac:spMk id="11" creationId="{AF7EDC07-606F-DD66-5973-0AE0D673B23B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5T02:59:01.507" v="2900" actId="1076"/>
          <ac:spMkLst>
            <pc:docMk/>
            <pc:sldMk cId="868487171" sldId="261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5T05:12:53.627" v="3358" actId="14100"/>
          <ac:spMkLst>
            <pc:docMk/>
            <pc:sldMk cId="868487171" sldId="261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19:47:28.525" v="2819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4T19:37:04.582" v="2774" actId="1076"/>
          <ac:spMkLst>
            <pc:docMk/>
            <pc:sldMk cId="868487171" sldId="261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5T03:51:02.451" v="3351" actId="255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4T19:34:03.726" v="2719" actId="1076"/>
          <ac:spMkLst>
            <pc:docMk/>
            <pc:sldMk cId="868487171" sldId="261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5T03:54:00.898" v="3354" actId="1076"/>
          <ac:spMkLst>
            <pc:docMk/>
            <pc:sldMk cId="868487171" sldId="261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00" creationId="{F979C9B9-C3CA-480F-BB52-CC7D4B02CE22}"/>
          </ac:spMkLst>
        </pc:spChg>
        <pc:spChg chg="mod">
          <ac:chgData name="Nicole Jiang" userId="09ef0fc0f6f473b5" providerId="LiveId" clId="{EB8F4A53-0964-5BF1-90AD-931457E28E1A}" dt="2026-10-14T19:36:43.521" v="2771" actId="1076"/>
          <ac:spMkLst>
            <pc:docMk/>
            <pc:sldMk cId="868487171" sldId="261"/>
            <ac:spMk id="201" creationId="{A5654399-0386-420B-B69B-49326884E1BD}"/>
          </ac:spMkLst>
        </pc:spChg>
        <pc:spChg chg="mod">
          <ac:chgData name="Nicole Jiang" userId="09ef0fc0f6f473b5" providerId="LiveId" clId="{EB8F4A53-0964-5BF1-90AD-931457E28E1A}" dt="2026-10-14T19:36:46.392" v="2772" actId="1076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3" creationId="{4B9D32E4-35CC-401A-84F3-9B0E93812FF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5" creationId="{B0440D7D-E739-420F-ABED-4E5D214838EC}"/>
          </ac:spMkLst>
        </pc:spChg>
        <pc:spChg chg="mod">
          <ac:chgData name="Nicole Jiang" userId="09ef0fc0f6f473b5" providerId="LiveId" clId="{EB8F4A53-0964-5BF1-90AD-931457E28E1A}" dt="2026-10-14T20:15:48.652" v="2826" actId="20577"/>
          <ac:spMkLst>
            <pc:docMk/>
            <pc:sldMk cId="868487171" sldId="261"/>
            <ac:spMk id="207" creationId="{0810806D-B188-4E18-8185-C1F9716B0663}"/>
          </ac:spMkLst>
        </pc:spChg>
        <pc:spChg chg="mod">
          <ac:chgData name="Nicole Jiang" userId="09ef0fc0f6f473b5" providerId="LiveId" clId="{EB8F4A53-0964-5BF1-90AD-931457E28E1A}" dt="2026-10-15T01:40:30.896" v="2846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03:33:49.879" v="3312" actId="12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4T19:33:10.244" v="2714" actId="20577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211" creationId="{7CA63206-32AF-4739-9D5D-3109B2CFE24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5" creationId="{F3106931-3BF4-4F12-9726-6C63FA258C0A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8" creationId="{C320C512-3791-4B48-9B61-7FD45A4601D4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2:21.472" v="2853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23" creationId="{86A37956-8DA5-40AE-A03E-2CE429C5454A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24" creationId="{39DA12D1-0D37-445A-9028-17994BB6BD07}"/>
          </ac:spMkLst>
        </pc:spChg>
        <pc:picChg chg="mod modCrop">
          <ac:chgData name="Nicole Jiang" userId="09ef0fc0f6f473b5" providerId="LiveId" clId="{EB8F4A53-0964-5BF1-90AD-931457E28E1A}" dt="2026-10-14T19:45:30.344" v="2812" actId="732"/>
          <ac:picMkLst>
            <pc:docMk/>
            <pc:sldMk cId="868487171" sldId="261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4T20:14:50.438" v="2822" actId="1076"/>
          <ac:picMkLst>
            <pc:docMk/>
            <pc:sldMk cId="868487171" sldId="261"/>
            <ac:picMk id="14" creationId="{C3CA3027-10C5-D39A-05B0-82DB2540F9D3}"/>
          </ac:picMkLst>
        </pc:picChg>
      </pc:sldChg>
      <pc:sldChg chg="modSp mod">
        <pc:chgData name="Nicole Jiang" userId="09ef0fc0f6f473b5" providerId="LiveId" clId="{EB8F4A53-0964-5BF1-90AD-931457E28E1A}" dt="2026-10-16T03:54:41.122" v="3397" actId="1076"/>
        <pc:sldMkLst>
          <pc:docMk/>
          <pc:sldMk cId="868487171" sldId="262"/>
        </pc:sldMkLst>
        <pc:spChg chg="mod">
          <ac:chgData name="Nicole Jiang" userId="09ef0fc0f6f473b5" providerId="LiveId" clId="{EB8F4A53-0964-5BF1-90AD-931457E28E1A}" dt="2026-10-16T03:52:38.760" v="3377" actId="14100"/>
          <ac:spMkLst>
            <pc:docMk/>
            <pc:sldMk cId="868487171" sldId="262"/>
            <ac:spMk id="32" creationId="{F8D50A2A-9B61-AD34-B9C2-8944BB27426C}"/>
          </ac:spMkLst>
        </pc:spChg>
        <pc:picChg chg="mod">
          <ac:chgData name="Nicole Jiang" userId="09ef0fc0f6f473b5" providerId="LiveId" clId="{EB8F4A53-0964-5BF1-90AD-931457E28E1A}" dt="2026-10-16T03:53:41.249" v="3393" actId="14100"/>
          <ac:picMkLst>
            <pc:docMk/>
            <pc:sldMk cId="868487171" sldId="262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6T03:54:04.478" v="3395" actId="1076"/>
          <ac:picMkLst>
            <pc:docMk/>
            <pc:sldMk cId="868487171" sldId="262"/>
            <ac:picMk id="6" creationId="{9D3E6E2E-04C2-513B-0EE5-8C40F5B8F46A}"/>
          </ac:picMkLst>
        </pc:picChg>
        <pc:picChg chg="mod">
          <ac:chgData name="Nicole Jiang" userId="09ef0fc0f6f473b5" providerId="LiveId" clId="{EB8F4A53-0964-5BF1-90AD-931457E28E1A}" dt="2026-10-16T03:53:21.746" v="3388" actId="14100"/>
          <ac:picMkLst>
            <pc:docMk/>
            <pc:sldMk cId="868487171" sldId="262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6T03:53:02.539" v="3384" actId="1076"/>
          <ac:picMkLst>
            <pc:docMk/>
            <pc:sldMk cId="868487171" sldId="262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6T03:54:41.122" v="3397" actId="1076"/>
          <ac:picMkLst>
            <pc:docMk/>
            <pc:sldMk cId="868487171" sldId="262"/>
            <ac:picMk id="36" creationId="{8C2E503F-9CF2-EBE6-29B0-458691A7DFB1}"/>
          </ac:picMkLst>
        </pc:picChg>
        <pc:picChg chg="mod">
          <ac:chgData name="Nicole Jiang" userId="09ef0fc0f6f473b5" providerId="LiveId" clId="{EB8F4A53-0964-5BF1-90AD-931457E28E1A}" dt="2026-10-16T03:53:16.271" v="3386" actId="14100"/>
          <ac:picMkLst>
            <pc:docMk/>
            <pc:sldMk cId="868487171" sldId="262"/>
            <ac:picMk id="37" creationId="{2C65ED58-816C-A2B5-F6CB-4326B0858DDD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  <a:p>
            <a:r>
              <a:t>Catalogue edition: 17 October 2026; scientific revision a1bef516db5c76a92b6848eb12bccabdeb5804b9. New source references: Taylor/CAPERS https://arxiv.org/abs/2505.04609v4; Tripodi/CANUCS https://doi.org/10.1038/s41467-025-65070-x; Schindler/J1007 https://doi.org/10.1038/s41550-025-02660-1; Takechi/Y1 https://arxiv.org/abs/2605.14922v1; Fudamoto/SAPPHIRES https://arxiv.org/abs/2503.15597v1. SAPPHIRES has no numerical BH mass; Y1 is expanded-only. CAPERS and J1007 dust alternatives are correlated. Three unresolved identity groups remain excluded. Tables: results/for_manuscript/tables/ and results/v4/tables/. All probabilities are conditional on fixed growth assumptions and reported-error approximations.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5552" y="21543053"/>
            <a:ext cx="14355126" cy="968971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818606" y="-224692"/>
            <a:ext cx="34006971" cy="4893622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315200" tIns="457200" rIns="7955280">
            <a:normAutofit/>
          </a:bodyPr>
          <a:lstStyle/>
          <a:p>
            <a:pPr algn="ctr"/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0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46662"/>
            <a:ext cx="2207800" cy="220780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2787274" y="1084044"/>
            <a:ext cx="4756880" cy="171595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81579" y="899899"/>
            <a:ext cx="2788181" cy="2788181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548640" y="521208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914400" y="6537960"/>
            <a:ext cx="14904720" cy="28803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>
                <a:latin typeface="Aptos"/>
              </a:rPr>
              <a:t>[1]</a:t>
            </a:r>
            <a:r>
              <a:rPr lang="en-CA" sz="3300" b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548640" y="5212080"/>
            <a:ext cx="15636240" cy="45720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548640" y="1033272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914400" y="20820589"/>
            <a:ext cx="14904720" cy="4066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548640" y="10332720"/>
            <a:ext cx="15636240" cy="26883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733520" y="3529584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7099280" y="36621720"/>
            <a:ext cx="14904720" cy="63550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lvl="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lvl="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lvl="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733520" y="35295840"/>
            <a:ext cx="15636240" cy="80467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548640" y="3776472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914400" y="39090600"/>
            <a:ext cx="14904720" cy="3886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 (17 Oct 2026):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548640" y="37764720"/>
            <a:ext cx="15636240" cy="55778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09"/>
          <a:stretch>
            <a:fillRect/>
          </a:stretch>
        </p:blipFill>
        <p:spPr>
          <a:xfrm>
            <a:off x="17750787" y="11801449"/>
            <a:ext cx="13391988" cy="771588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35160" y="1942023"/>
            <a:ext cx="4161135" cy="3119160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23095726" y="2449570"/>
            <a:ext cx="1500172" cy="722121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24428886" y="-131287"/>
            <a:ext cx="5324354" cy="299601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329605" y="20036022"/>
            <a:ext cx="14814430" cy="158542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190720" y="6503586"/>
            <a:ext cx="14953315" cy="50733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11/223 primary objects require average Eddington ratios above 1, including 8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5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5/223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21/223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238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733520" y="521208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733520" y="5212080"/>
            <a:ext cx="15636240" cy="295351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17375900" y="31587832"/>
            <a:ext cx="14629250" cy="53831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190720" y="32149142"/>
            <a:ext cx="14953315" cy="2242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914400" y="24065383"/>
            <a:ext cx="14904720" cy="6325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109709" y="12523866"/>
            <a:ext cx="14531881" cy="112960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355 measurements from 37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212418" y="13533897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100820" y="13975105"/>
            <a:ext cx="14531881" cy="90368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343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425241" y="15100493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904886" y="15082216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100820" y="15570203"/>
            <a:ext cx="9009766" cy="4653956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157807" y="15651535"/>
            <a:ext cx="8895790" cy="813313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238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290779" y="16407807"/>
            <a:ext cx="8629847" cy="1247080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223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290779" y="17858453"/>
            <a:ext cx="8629847" cy="2176234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15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lang="en-CA" sz="2700" b="0" dirty="0">
                <a:solidFill>
                  <a:srgbClr val="111111"/>
                </a:solidFill>
                <a:latin typeface="Aptos"/>
              </a:rPr>
              <a:t> </a:t>
            </a:r>
            <a:r>
              <a:rPr sz="2700" b="0" dirty="0">
                <a:solidFill>
                  <a:srgbClr val="111111"/>
                </a:solidFill>
                <a:latin typeface="Aptos"/>
              </a:rPr>
              <a:t>7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537994" y="15579240"/>
            <a:ext cx="5094707" cy="4653956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99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  <a:endParaRPr lang="en-CA" sz="290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endParaRPr lang="en-CA"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100820" y="25071493"/>
            <a:ext cx="14721840" cy="1039233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458349" y="26155910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2104208" y="26155910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100820" y="26625824"/>
            <a:ext cx="7075981" cy="90368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746678" y="26625824"/>
            <a:ext cx="7075981" cy="90368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458349" y="27665057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2104208" y="27665057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100820" y="28162082"/>
            <a:ext cx="14721840" cy="2033282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100820" y="29246499"/>
            <a:ext cx="14721840" cy="90368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458349" y="30294768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2104208" y="30294768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100820" y="30764682"/>
            <a:ext cx="7075981" cy="1129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746678" y="30764682"/>
            <a:ext cx="7075981" cy="1129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914400" y="33037541"/>
            <a:ext cx="14904720" cy="1581441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211 primary / 226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914400" y="35015532"/>
            <a:ext cx="14904720" cy="1581441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914400" y="11810194"/>
            <a:ext cx="14904720" cy="6325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</TotalTime>
  <Words>1128</Words>
  <Application>Microsoft Macintosh PowerPoint</Application>
  <PresentationFormat>Custom</PresentationFormat>
  <Paragraphs>69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2026-10-16T03:55:19Z</dcterms:modified>
</cp:coreProperties>
</file>